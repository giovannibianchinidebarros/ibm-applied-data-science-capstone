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2" r:id="rId4"/>
  </p:sldMasterIdLst>
  <p:notesMasterIdLst>
    <p:notesMasterId r:id="rId29"/>
  </p:notesMasterIdLst>
  <p:handoutMasterIdLst>
    <p:handoutMasterId r:id="rId30"/>
  </p:handoutMasterIdLst>
  <p:sldIdLst>
    <p:sldId id="327" r:id="rId5"/>
    <p:sldId id="330" r:id="rId6"/>
    <p:sldId id="331" r:id="rId7"/>
    <p:sldId id="332" r:id="rId8"/>
    <p:sldId id="298" r:id="rId9"/>
    <p:sldId id="262" r:id="rId10"/>
    <p:sldId id="263" r:id="rId11"/>
    <p:sldId id="299" r:id="rId12"/>
    <p:sldId id="302" r:id="rId13"/>
    <p:sldId id="264" r:id="rId14"/>
    <p:sldId id="266" r:id="rId15"/>
    <p:sldId id="265" r:id="rId16"/>
    <p:sldId id="276" r:id="rId17"/>
    <p:sldId id="303" r:id="rId18"/>
    <p:sldId id="293" r:id="rId19"/>
    <p:sldId id="277" r:id="rId20"/>
    <p:sldId id="284" r:id="rId21"/>
    <p:sldId id="269" r:id="rId22"/>
    <p:sldId id="304" r:id="rId23"/>
    <p:sldId id="305" r:id="rId24"/>
    <p:sldId id="308" r:id="rId25"/>
    <p:sldId id="270" r:id="rId26"/>
    <p:sldId id="274" r:id="rId27"/>
    <p:sldId id="329" r:id="rId28"/>
  </p:sldIdLst>
  <p:sldSz cx="12192000" cy="6858000"/>
  <p:notesSz cx="6858000" cy="18573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Leon Katsnelson" initials="LK" lastIdx="21" clrIdx="4">
    <p:extLst>
      <p:ext uri="{19B8F6BF-5375-455C-9EA6-DF929625EA0E}">
        <p15:presenceInfo xmlns:p15="http://schemas.microsoft.com/office/powerpoint/2012/main" userId="S::leon@ca.ibm.com::68697268-d1ba-4c91-8538-7f4d439d4f70" providerId="AD"/>
      </p:ext>
    </p:extLst>
  </p:cmAuthor>
  <p:cmAuthor id="6" name="YAN LUO" initials="YL" lastIdx="1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4F8"/>
    <a:srgbClr val="0948CB"/>
    <a:srgbClr val="0B49CB"/>
    <a:srgbClr val="1C7DDB"/>
    <a:srgbClr val="121619"/>
    <a:srgbClr val="F2F2F2"/>
    <a:srgbClr val="145579"/>
    <a:srgbClr val="3A6483"/>
    <a:srgbClr val="204E79"/>
    <a:srgbClr val="0054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8C9EB8-3540-3DFA-9212-535EE18E0E11}" v="77" dt="2021-07-12T20:33:42.116"/>
    <p1510:client id="{10340FDF-B15C-4CFF-B487-146F9B98A252}" v="28" dt="2021-08-10T21:47:37.589"/>
    <p1510:client id="{3BA0D230-C853-4667-83F9-D85E65BD4B24}" v="2" dt="2021-08-19T16:32:24.566"/>
    <p1510:client id="{5A0AAAB8-49A6-F942-A54D-C6F3E5FF3A63}" v="89" dt="2021-07-13T17:54:45.232"/>
    <p1510:client id="{76DF6DB8-F2E5-6C48-9ABE-786D868B0110}" v="955" dt="2021-07-13T17:56:41.616"/>
    <p1510:client id="{7FB42E05-DEC9-4126-B474-47B35F363E13}" v="30" dt="2021-07-12T20:25:12.855"/>
    <p1510:client id="{82D0390A-222A-332D-F9F9-70D15093EB60}" v="22" dt="2021-07-13T17:51:30.429"/>
    <p1510:client id="{86B35720-4193-446F-B2D5-9AD9984A55EF}" v="513" dt="2021-08-19T14:59:06.521"/>
    <p1510:client id="{998F4E3E-1A76-4A6B-98B6-08752F3768B3}" v="4" dt="2021-08-10T21:41:11.021"/>
    <p1510:client id="{9F30A1D2-6717-426C-A658-3A50309723ED}" v="4" dt="2021-08-10T21:42:35.526"/>
    <p1510:client id="{B63C8988-E1D3-4A52-8229-FA8C5EBD2ECD}" v="357" dt="2021-08-19T14:01:44.876"/>
    <p1510:client id="{C083896D-BE66-E85C-897C-A6AD0DF65F8C}" v="2226" dt="2021-07-13T17:34:38.142"/>
    <p1510:client id="{CC69BAD0-B878-4D5F-9EDC-F1CFB63E14B5}" v="190" dt="2021-08-18T18:06:57.81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1"/>
    <p:restoredTop sz="85174"/>
  </p:normalViewPr>
  <p:slideViewPr>
    <p:cSldViewPr snapToGrid="0" snapToObjects="1">
      <p:cViewPr varScale="1">
        <p:scale>
          <a:sx n="135" d="100"/>
          <a:sy n="135" d="100"/>
        </p:scale>
        <p:origin x="1650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aasgaraly@ibm.com" clId="Web-{CC69BAD0-B878-4D5F-9EDC-F1CFB63E14B5}"/>
    <pc:docChg chg="modSld">
      <pc:chgData name="annaasgaraly@ibm.com" userId="" providerId="" clId="Web-{CC69BAD0-B878-4D5F-9EDC-F1CFB63E14B5}" dt="2021-08-18T18:06:57.811" v="102"/>
      <pc:docMkLst>
        <pc:docMk/>
      </pc:docMkLst>
      <pc:sldChg chg="modSp mod setBg">
        <pc:chgData name="annaasgaraly@ibm.com" userId="" providerId="" clId="Web-{CC69BAD0-B878-4D5F-9EDC-F1CFB63E14B5}" dt="2021-08-18T18:06:06.057" v="76"/>
        <pc:sldMkLst>
          <pc:docMk/>
          <pc:sldMk cId="1553432724" sldId="262"/>
        </pc:sldMkLst>
        <pc:spChg chg="mod">
          <ac:chgData name="annaasgaraly@ibm.com" userId="" providerId="" clId="Web-{CC69BAD0-B878-4D5F-9EDC-F1CFB63E14B5}" dt="2021-08-18T18:01:46.694" v="21" actId="20577"/>
          <ac:spMkLst>
            <pc:docMk/>
            <pc:sldMk cId="1553432724" sldId="262"/>
            <ac:spMk id="7" creationId="{0BFEC426-B615-E549-83E5-140FD588BC64}"/>
          </ac:spMkLst>
        </pc:spChg>
        <pc:spChg chg="mod">
          <ac:chgData name="annaasgaraly@ibm.com" userId="" providerId="" clId="Web-{CC69BAD0-B878-4D5F-9EDC-F1CFB63E14B5}" dt="2021-08-18T18:01:43.726" v="19" actId="20577"/>
          <ac:spMkLst>
            <pc:docMk/>
            <pc:sldMk cId="1553432724" sldId="262"/>
            <ac:spMk id="13" creationId="{13C62649-0825-4926-8E2A-2EBCCFE00ECC}"/>
          </ac:spMkLst>
        </pc:spChg>
      </pc:sldChg>
      <pc:sldChg chg="modSp mod setBg">
        <pc:chgData name="annaasgaraly@ibm.com" userId="" providerId="" clId="Web-{CC69BAD0-B878-4D5F-9EDC-F1CFB63E14B5}" dt="2021-08-18T18:06:03.604" v="66"/>
        <pc:sldMkLst>
          <pc:docMk/>
          <pc:sldMk cId="3288665831" sldId="263"/>
        </pc:sldMkLst>
        <pc:spChg chg="mod">
          <ac:chgData name="annaasgaraly@ibm.com" userId="" providerId="" clId="Web-{CC69BAD0-B878-4D5F-9EDC-F1CFB63E14B5}" dt="2021-08-18T18:01:49.617" v="22" actId="20577"/>
          <ac:spMkLst>
            <pc:docMk/>
            <pc:sldMk cId="3288665831" sldId="263"/>
            <ac:spMk id="12" creationId="{D77AC1D2-8B41-4A7A-88CF-41E6B7D8C98D}"/>
          </ac:spMkLst>
        </pc:spChg>
      </pc:sldChg>
      <pc:sldChg chg="modSp mod setBg">
        <pc:chgData name="annaasgaraly@ibm.com" userId="" providerId="" clId="Web-{CC69BAD0-B878-4D5F-9EDC-F1CFB63E14B5}" dt="2021-08-18T18:06:04.338" v="69"/>
        <pc:sldMkLst>
          <pc:docMk/>
          <pc:sldMk cId="2987552906" sldId="264"/>
        </pc:sldMkLst>
        <pc:spChg chg="mod">
          <ac:chgData name="annaasgaraly@ibm.com" userId="" providerId="" clId="Web-{CC69BAD0-B878-4D5F-9EDC-F1CFB63E14B5}" dt="2021-08-18T18:02:01.914" v="25" actId="20577"/>
          <ac:spMkLst>
            <pc:docMk/>
            <pc:sldMk cId="2987552906" sldId="264"/>
            <ac:spMk id="8" creationId="{2A665A13-3129-46DF-B847-F273F3E96BE6}"/>
          </ac:spMkLst>
        </pc:spChg>
      </pc:sldChg>
      <pc:sldChg chg="modSp mod setBg">
        <pc:chgData name="annaasgaraly@ibm.com" userId="" providerId="" clId="Web-{CC69BAD0-B878-4D5F-9EDC-F1CFB63E14B5}" dt="2021-08-18T18:06:04.807" v="71"/>
        <pc:sldMkLst>
          <pc:docMk/>
          <pc:sldMk cId="1578726356" sldId="265"/>
        </pc:sldMkLst>
        <pc:spChg chg="mod">
          <ac:chgData name="annaasgaraly@ibm.com" userId="" providerId="" clId="Web-{CC69BAD0-B878-4D5F-9EDC-F1CFB63E14B5}" dt="2021-08-18T18:02:09.180" v="27" actId="20577"/>
          <ac:spMkLst>
            <pc:docMk/>
            <pc:sldMk cId="1578726356" sldId="265"/>
            <ac:spMk id="3" creationId="{32405FDA-CB27-4506-BA80-B7DD00CB25C5}"/>
          </ac:spMkLst>
        </pc:spChg>
      </pc:sldChg>
      <pc:sldChg chg="modSp mod setBg">
        <pc:chgData name="annaasgaraly@ibm.com" userId="" providerId="" clId="Web-{CC69BAD0-B878-4D5F-9EDC-F1CFB63E14B5}" dt="2021-08-18T18:06:04.573" v="70"/>
        <pc:sldMkLst>
          <pc:docMk/>
          <pc:sldMk cId="779971636" sldId="266"/>
        </pc:sldMkLst>
        <pc:spChg chg="mod">
          <ac:chgData name="annaasgaraly@ibm.com" userId="" providerId="" clId="Web-{CC69BAD0-B878-4D5F-9EDC-F1CFB63E14B5}" dt="2021-08-18T18:02:05.805" v="26" actId="20577"/>
          <ac:spMkLst>
            <pc:docMk/>
            <pc:sldMk cId="779971636" sldId="266"/>
            <ac:spMk id="3" creationId="{D9E97D81-A978-4758-8A93-47C19B104075}"/>
          </ac:spMkLst>
        </pc:spChg>
      </pc:sldChg>
      <pc:sldChg chg="modSp mod setBg">
        <pc:chgData name="annaasgaraly@ibm.com" userId="" providerId="" clId="Web-{CC69BAD0-B878-4D5F-9EDC-F1CFB63E14B5}" dt="2021-08-18T18:06:17.246" v="82"/>
        <pc:sldMkLst>
          <pc:docMk/>
          <pc:sldMk cId="3865605948" sldId="269"/>
        </pc:sldMkLst>
        <pc:spChg chg="mod">
          <ac:chgData name="annaasgaraly@ibm.com" userId="" providerId="" clId="Web-{CC69BAD0-B878-4D5F-9EDC-F1CFB63E14B5}" dt="2021-08-18T18:02:27.041" v="32" actId="20577"/>
          <ac:spMkLst>
            <pc:docMk/>
            <pc:sldMk cId="3865605948" sldId="269"/>
            <ac:spMk id="4" creationId="{54F4FCC5-6E7E-4FF0-BE45-680EEC392C9F}"/>
          </ac:spMkLst>
        </pc:spChg>
      </pc:sldChg>
      <pc:sldChg chg="modSp mod setBg">
        <pc:chgData name="annaasgaraly@ibm.com" userId="" providerId="" clId="Web-{CC69BAD0-B878-4D5F-9EDC-F1CFB63E14B5}" dt="2021-08-18T18:06:32.169" v="92"/>
        <pc:sldMkLst>
          <pc:docMk/>
          <pc:sldMk cId="2727850971" sldId="270"/>
        </pc:sldMkLst>
        <pc:spChg chg="mod">
          <ac:chgData name="annaasgaraly@ibm.com" userId="" providerId="" clId="Web-{CC69BAD0-B878-4D5F-9EDC-F1CFB63E14B5}" dt="2021-08-18T18:02:51.855" v="38" actId="20577"/>
          <ac:spMkLst>
            <pc:docMk/>
            <pc:sldMk cId="2727850971" sldId="270"/>
            <ac:spMk id="3" creationId="{86E60219-AE1B-47B6-9A1D-F2865D04BE52}"/>
          </ac:spMkLst>
        </pc:spChg>
      </pc:sldChg>
      <pc:sldChg chg="modSp mod setBg">
        <pc:chgData name="annaasgaraly@ibm.com" userId="" providerId="" clId="Web-{CC69BAD0-B878-4D5F-9EDC-F1CFB63E14B5}" dt="2021-08-18T18:06:57.358" v="100"/>
        <pc:sldMkLst>
          <pc:docMk/>
          <pc:sldMk cId="1630123617" sldId="274"/>
        </pc:sldMkLst>
        <pc:spChg chg="mod">
          <ac:chgData name="annaasgaraly@ibm.com" userId="" providerId="" clId="Web-{CC69BAD0-B878-4D5F-9EDC-F1CFB63E14B5}" dt="2021-08-18T18:04:11.221" v="58" actId="20577"/>
          <ac:spMkLst>
            <pc:docMk/>
            <pc:sldMk cId="1630123617" sldId="274"/>
            <ac:spMk id="9" creationId="{FB98079A-48C6-4E10-8AB1-B940BD1E42DF}"/>
          </ac:spMkLst>
        </pc:spChg>
      </pc:sldChg>
      <pc:sldChg chg="modSp mod setBg">
        <pc:chgData name="annaasgaraly@ibm.com" userId="" providerId="" clId="Web-{CC69BAD0-B878-4D5F-9EDC-F1CFB63E14B5}" dt="2021-08-18T18:06:57.592" v="101"/>
        <pc:sldMkLst>
          <pc:docMk/>
          <pc:sldMk cId="3410008520" sldId="275"/>
        </pc:sldMkLst>
        <pc:spChg chg="mod">
          <ac:chgData name="annaasgaraly@ibm.com" userId="" providerId="" clId="Web-{CC69BAD0-B878-4D5F-9EDC-F1CFB63E14B5}" dt="2021-08-18T18:04:14.549" v="59" actId="20577"/>
          <ac:spMkLst>
            <pc:docMk/>
            <pc:sldMk cId="3410008520" sldId="275"/>
            <ac:spMk id="11" creationId="{60F8A56C-5EE1-4DBF-842D-C2A130AA680E}"/>
          </ac:spMkLst>
        </pc:spChg>
      </pc:sldChg>
      <pc:sldChg chg="modSp mod setBg">
        <pc:chgData name="annaasgaraly@ibm.com" userId="" providerId="" clId="Web-{CC69BAD0-B878-4D5F-9EDC-F1CFB63E14B5}" dt="2021-08-18T18:06:05.057" v="72"/>
        <pc:sldMkLst>
          <pc:docMk/>
          <pc:sldMk cId="148114319" sldId="276"/>
        </pc:sldMkLst>
        <pc:spChg chg="mod">
          <ac:chgData name="annaasgaraly@ibm.com" userId="" providerId="" clId="Web-{CC69BAD0-B878-4D5F-9EDC-F1CFB63E14B5}" dt="2021-08-18T18:02:12.915" v="28" actId="20577"/>
          <ac:spMkLst>
            <pc:docMk/>
            <pc:sldMk cId="148114319" sldId="276"/>
            <ac:spMk id="3" creationId="{B28946E4-5BEF-46F0-A56A-E7E85ACA148F}"/>
          </ac:spMkLst>
        </pc:spChg>
      </pc:sldChg>
      <pc:sldChg chg="modSp mod setBg">
        <pc:chgData name="annaasgaraly@ibm.com" userId="" providerId="" clId="Web-{CC69BAD0-B878-4D5F-9EDC-F1CFB63E14B5}" dt="2021-08-18T18:06:05.792" v="75"/>
        <pc:sldMkLst>
          <pc:docMk/>
          <pc:sldMk cId="321008965" sldId="277"/>
        </pc:sldMkLst>
        <pc:spChg chg="mod">
          <ac:chgData name="annaasgaraly@ibm.com" userId="" providerId="" clId="Web-{CC69BAD0-B878-4D5F-9EDC-F1CFB63E14B5}" dt="2021-08-18T18:02:23.244" v="31" actId="20577"/>
          <ac:spMkLst>
            <pc:docMk/>
            <pc:sldMk cId="321008965" sldId="277"/>
            <ac:spMk id="7" creationId="{330F9542-6794-4F57-BB45-868D94AD06B0}"/>
          </ac:spMkLst>
        </pc:spChg>
      </pc:sldChg>
      <pc:sldChg chg="mod setBg">
        <pc:chgData name="annaasgaraly@ibm.com" userId="" providerId="" clId="Web-{CC69BAD0-B878-4D5F-9EDC-F1CFB63E14B5}" dt="2021-08-18T17:50:32.723" v="3"/>
        <pc:sldMkLst>
          <pc:docMk/>
          <pc:sldMk cId="3181088097" sldId="278"/>
        </pc:sldMkLst>
      </pc:sldChg>
      <pc:sldChg chg="mod setBg">
        <pc:chgData name="annaasgaraly@ibm.com" userId="" providerId="" clId="Web-{CC69BAD0-B878-4D5F-9EDC-F1CFB63E14B5}" dt="2021-08-18T17:50:22.097" v="2"/>
        <pc:sldMkLst>
          <pc:docMk/>
          <pc:sldMk cId="178270660" sldId="284"/>
        </pc:sldMkLst>
      </pc:sldChg>
      <pc:sldChg chg="mod setBg">
        <pc:chgData name="annaasgaraly@ibm.com" userId="" providerId="" clId="Web-{CC69BAD0-B878-4D5F-9EDC-F1CFB63E14B5}" dt="2021-08-18T17:51:05.491" v="6"/>
        <pc:sldMkLst>
          <pc:docMk/>
          <pc:sldMk cId="1290394134" sldId="288"/>
        </pc:sldMkLst>
      </pc:sldChg>
      <pc:sldChg chg="modSp mod setBg">
        <pc:chgData name="annaasgaraly@ibm.com" userId="" providerId="" clId="Web-{CC69BAD0-B878-4D5F-9EDC-F1CFB63E14B5}" dt="2021-08-18T18:06:57.811" v="102"/>
        <pc:sldMkLst>
          <pc:docMk/>
          <pc:sldMk cId="2459446073" sldId="289"/>
        </pc:sldMkLst>
        <pc:spChg chg="mod">
          <ac:chgData name="annaasgaraly@ibm.com" userId="" providerId="" clId="Web-{CC69BAD0-B878-4D5F-9EDC-F1CFB63E14B5}" dt="2021-08-18T18:04:04.486" v="56" actId="20577"/>
          <ac:spMkLst>
            <pc:docMk/>
            <pc:sldMk cId="2459446073" sldId="289"/>
            <ac:spMk id="9" creationId="{B68D8986-45AC-4FB5-96E8-C45F9603EB5E}"/>
          </ac:spMkLst>
        </pc:spChg>
      </pc:sldChg>
      <pc:sldChg chg="modSp mod setBg">
        <pc:chgData name="annaasgaraly@ibm.com" userId="" providerId="" clId="Web-{CC69BAD0-B878-4D5F-9EDC-F1CFB63E14B5}" dt="2021-08-18T18:06:05.542" v="74"/>
        <pc:sldMkLst>
          <pc:docMk/>
          <pc:sldMk cId="1813711241" sldId="293"/>
        </pc:sldMkLst>
        <pc:spChg chg="mod">
          <ac:chgData name="annaasgaraly@ibm.com" userId="" providerId="" clId="Web-{CC69BAD0-B878-4D5F-9EDC-F1CFB63E14B5}" dt="2021-08-18T18:02:20.025" v="30" actId="20577"/>
          <ac:spMkLst>
            <pc:docMk/>
            <pc:sldMk cId="1813711241" sldId="293"/>
            <ac:spMk id="3" creationId="{FC857EDD-A3A7-434D-B8D5-401E872498DA}"/>
          </ac:spMkLst>
        </pc:spChg>
      </pc:sldChg>
      <pc:sldChg chg="mod setBg">
        <pc:chgData name="annaasgaraly@ibm.com" userId="" providerId="" clId="Web-{CC69BAD0-B878-4D5F-9EDC-F1CFB63E14B5}" dt="2021-08-18T17:50:45.396" v="4"/>
        <pc:sldMkLst>
          <pc:docMk/>
          <pc:sldMk cId="1023352497" sldId="294"/>
        </pc:sldMkLst>
      </pc:sldChg>
      <pc:sldChg chg="modSp mod setBg">
        <pc:chgData name="annaasgaraly@ibm.com" userId="" providerId="" clId="Web-{CC69BAD0-B878-4D5F-9EDC-F1CFB63E14B5}" dt="2021-08-18T18:06:41.169" v="95"/>
        <pc:sldMkLst>
          <pc:docMk/>
          <pc:sldMk cId="981671777" sldId="296"/>
        </pc:sldMkLst>
        <pc:spChg chg="mod">
          <ac:chgData name="annaasgaraly@ibm.com" userId="" providerId="" clId="Web-{CC69BAD0-B878-4D5F-9EDC-F1CFB63E14B5}" dt="2021-08-18T18:03:39.203" v="50" actId="20577"/>
          <ac:spMkLst>
            <pc:docMk/>
            <pc:sldMk cId="981671777" sldId="296"/>
            <ac:spMk id="2" creationId="{54176327-8CC4-4356-8BBB-DC4965CE9857}"/>
          </ac:spMkLst>
        </pc:spChg>
      </pc:sldChg>
      <pc:sldChg chg="mod setBg">
        <pc:chgData name="annaasgaraly@ibm.com" userId="" providerId="" clId="Web-{CC69BAD0-B878-4D5F-9EDC-F1CFB63E14B5}" dt="2021-08-18T17:50:06.440" v="1"/>
        <pc:sldMkLst>
          <pc:docMk/>
          <pc:sldMk cId="3093198887" sldId="298"/>
        </pc:sldMkLst>
      </pc:sldChg>
      <pc:sldChg chg="modSp mod setBg">
        <pc:chgData name="annaasgaraly@ibm.com" userId="" providerId="" clId="Web-{CC69BAD0-B878-4D5F-9EDC-F1CFB63E14B5}" dt="2021-08-18T18:06:03.854" v="67"/>
        <pc:sldMkLst>
          <pc:docMk/>
          <pc:sldMk cId="280316088" sldId="299"/>
        </pc:sldMkLst>
        <pc:spChg chg="mod">
          <ac:chgData name="annaasgaraly@ibm.com" userId="" providerId="" clId="Web-{CC69BAD0-B878-4D5F-9EDC-F1CFB63E14B5}" dt="2021-08-18T18:01:53.336" v="23" actId="20577"/>
          <ac:spMkLst>
            <pc:docMk/>
            <pc:sldMk cId="280316088" sldId="299"/>
            <ac:spMk id="4" creationId="{5066AA34-20EE-4A59-B343-346A8DB5667C}"/>
          </ac:spMkLst>
        </pc:spChg>
      </pc:sldChg>
      <pc:sldChg chg="modSp mod setBg">
        <pc:chgData name="annaasgaraly@ibm.com" userId="" providerId="" clId="Web-{CC69BAD0-B878-4D5F-9EDC-F1CFB63E14B5}" dt="2021-08-18T18:06:04.104" v="68"/>
        <pc:sldMkLst>
          <pc:docMk/>
          <pc:sldMk cId="1385553969" sldId="302"/>
        </pc:sldMkLst>
        <pc:spChg chg="mod">
          <ac:chgData name="annaasgaraly@ibm.com" userId="" providerId="" clId="Web-{CC69BAD0-B878-4D5F-9EDC-F1CFB63E14B5}" dt="2021-08-18T18:01:58.227" v="24" actId="20577"/>
          <ac:spMkLst>
            <pc:docMk/>
            <pc:sldMk cId="1385553969" sldId="302"/>
            <ac:spMk id="11" creationId="{84F5ABFD-B4D4-43FF-959F-AFAF45B45269}"/>
          </ac:spMkLst>
        </pc:spChg>
      </pc:sldChg>
      <pc:sldChg chg="modSp mod setBg">
        <pc:chgData name="annaasgaraly@ibm.com" userId="" providerId="" clId="Web-{CC69BAD0-B878-4D5F-9EDC-F1CFB63E14B5}" dt="2021-08-18T18:06:05.307" v="73"/>
        <pc:sldMkLst>
          <pc:docMk/>
          <pc:sldMk cId="334532777" sldId="303"/>
        </pc:sldMkLst>
        <pc:spChg chg="mod">
          <ac:chgData name="annaasgaraly@ibm.com" userId="" providerId="" clId="Web-{CC69BAD0-B878-4D5F-9EDC-F1CFB63E14B5}" dt="2021-08-18T18:02:16.337" v="29" actId="20577"/>
          <ac:spMkLst>
            <pc:docMk/>
            <pc:sldMk cId="334532777" sldId="303"/>
            <ac:spMk id="3" creationId="{519FC08B-7D2E-43A5-A528-821DCDCCCC82}"/>
          </ac:spMkLst>
        </pc:spChg>
      </pc:sldChg>
      <pc:sldChg chg="modSp mod setBg">
        <pc:chgData name="annaasgaraly@ibm.com" userId="" providerId="" clId="Web-{CC69BAD0-B878-4D5F-9EDC-F1CFB63E14B5}" dt="2021-08-18T18:06:16.105" v="77"/>
        <pc:sldMkLst>
          <pc:docMk/>
          <pc:sldMk cId="3869789237" sldId="304"/>
        </pc:sldMkLst>
        <pc:spChg chg="mod">
          <ac:chgData name="annaasgaraly@ibm.com" userId="" providerId="" clId="Web-{CC69BAD0-B878-4D5F-9EDC-F1CFB63E14B5}" dt="2021-08-18T18:02:32.448" v="33" actId="20577"/>
          <ac:spMkLst>
            <pc:docMk/>
            <pc:sldMk cId="3869789237" sldId="304"/>
            <ac:spMk id="4" creationId="{B6CCD949-E788-4375-9B07-478FA5684BC1}"/>
          </ac:spMkLst>
        </pc:spChg>
      </pc:sldChg>
      <pc:sldChg chg="modSp mod setBg">
        <pc:chgData name="annaasgaraly@ibm.com" userId="" providerId="" clId="Web-{CC69BAD0-B878-4D5F-9EDC-F1CFB63E14B5}" dt="2021-08-18T18:06:16.339" v="78"/>
        <pc:sldMkLst>
          <pc:docMk/>
          <pc:sldMk cId="80090182" sldId="305"/>
        </pc:sldMkLst>
        <pc:spChg chg="mod">
          <ac:chgData name="annaasgaraly@ibm.com" userId="" providerId="" clId="Web-{CC69BAD0-B878-4D5F-9EDC-F1CFB63E14B5}" dt="2021-08-18T18:02:36.167" v="34" actId="20577"/>
          <ac:spMkLst>
            <pc:docMk/>
            <pc:sldMk cId="80090182" sldId="305"/>
            <ac:spMk id="4" creationId="{D4811A61-F7FB-4B19-9ED1-E0E2554A5BE8}"/>
          </ac:spMkLst>
        </pc:spChg>
      </pc:sldChg>
      <pc:sldChg chg="modSp mod setBg">
        <pc:chgData name="annaasgaraly@ibm.com" userId="" providerId="" clId="Web-{CC69BAD0-B878-4D5F-9EDC-F1CFB63E14B5}" dt="2021-08-18T18:06:16.792" v="80"/>
        <pc:sldMkLst>
          <pc:docMk/>
          <pc:sldMk cId="3145340593" sldId="306"/>
        </pc:sldMkLst>
        <pc:spChg chg="mod">
          <ac:chgData name="annaasgaraly@ibm.com" userId="" providerId="" clId="Web-{CC69BAD0-B878-4D5F-9EDC-F1CFB63E14B5}" dt="2021-08-18T18:02:44.230" v="36" actId="20577"/>
          <ac:spMkLst>
            <pc:docMk/>
            <pc:sldMk cId="3145340593" sldId="306"/>
            <ac:spMk id="4" creationId="{AFE7D9E4-306D-49E3-9AC4-15D566FC72AD}"/>
          </ac:spMkLst>
        </pc:spChg>
      </pc:sldChg>
      <pc:sldChg chg="modSp mod setBg">
        <pc:chgData name="annaasgaraly@ibm.com" userId="" providerId="" clId="Web-{CC69BAD0-B878-4D5F-9EDC-F1CFB63E14B5}" dt="2021-08-18T18:06:16.574" v="79"/>
        <pc:sldMkLst>
          <pc:docMk/>
          <pc:sldMk cId="1106727586" sldId="307"/>
        </pc:sldMkLst>
        <pc:spChg chg="mod">
          <ac:chgData name="annaasgaraly@ibm.com" userId="" providerId="" clId="Web-{CC69BAD0-B878-4D5F-9EDC-F1CFB63E14B5}" dt="2021-08-18T18:02:39.823" v="35" actId="20577"/>
          <ac:spMkLst>
            <pc:docMk/>
            <pc:sldMk cId="1106727586" sldId="307"/>
            <ac:spMk id="4" creationId="{021C109C-C017-4D19-928F-AED25AC30125}"/>
          </ac:spMkLst>
        </pc:spChg>
      </pc:sldChg>
      <pc:sldChg chg="modSp mod setBg">
        <pc:chgData name="annaasgaraly@ibm.com" userId="" providerId="" clId="Web-{CC69BAD0-B878-4D5F-9EDC-F1CFB63E14B5}" dt="2021-08-18T18:06:17.011" v="81"/>
        <pc:sldMkLst>
          <pc:docMk/>
          <pc:sldMk cId="706594483" sldId="308"/>
        </pc:sldMkLst>
        <pc:spChg chg="mod">
          <ac:chgData name="annaasgaraly@ibm.com" userId="" providerId="" clId="Web-{CC69BAD0-B878-4D5F-9EDC-F1CFB63E14B5}" dt="2021-08-18T18:02:47.433" v="37" actId="20577"/>
          <ac:spMkLst>
            <pc:docMk/>
            <pc:sldMk cId="706594483" sldId="308"/>
            <ac:spMk id="4" creationId="{6D35FD2D-1BD2-45D7-B015-1A96C241520B}"/>
          </ac:spMkLst>
        </pc:spChg>
      </pc:sldChg>
      <pc:sldChg chg="modSp mod setBg">
        <pc:chgData name="annaasgaraly@ibm.com" userId="" providerId="" clId="Web-{CC69BAD0-B878-4D5F-9EDC-F1CFB63E14B5}" dt="2021-08-18T18:06:30.090" v="83"/>
        <pc:sldMkLst>
          <pc:docMk/>
          <pc:sldMk cId="1794738657" sldId="309"/>
        </pc:sldMkLst>
        <pc:spChg chg="mod">
          <ac:chgData name="annaasgaraly@ibm.com" userId="" providerId="" clId="Web-{CC69BAD0-B878-4D5F-9EDC-F1CFB63E14B5}" dt="2021-08-18T18:03:04.872" v="39" actId="20577"/>
          <ac:spMkLst>
            <pc:docMk/>
            <pc:sldMk cId="1794738657" sldId="309"/>
            <ac:spMk id="3" creationId="{557C8CBA-1A0E-4CDF-A451-7AAA44D39839}"/>
          </ac:spMkLst>
        </pc:spChg>
      </pc:sldChg>
      <pc:sldChg chg="modSp mod setBg">
        <pc:chgData name="annaasgaraly@ibm.com" userId="" providerId="" clId="Web-{CC69BAD0-B878-4D5F-9EDC-F1CFB63E14B5}" dt="2021-08-18T18:06:30.309" v="84"/>
        <pc:sldMkLst>
          <pc:docMk/>
          <pc:sldMk cId="4010014743" sldId="310"/>
        </pc:sldMkLst>
        <pc:spChg chg="mod">
          <ac:chgData name="annaasgaraly@ibm.com" userId="" providerId="" clId="Web-{CC69BAD0-B878-4D5F-9EDC-F1CFB63E14B5}" dt="2021-08-18T18:03:08.919" v="40" actId="20577"/>
          <ac:spMkLst>
            <pc:docMk/>
            <pc:sldMk cId="4010014743" sldId="310"/>
            <ac:spMk id="3" creationId="{FD161C47-0660-416F-B4C2-25E4D35D69FD}"/>
          </ac:spMkLst>
        </pc:spChg>
      </pc:sldChg>
      <pc:sldChg chg="modSp mod setBg">
        <pc:chgData name="annaasgaraly@ibm.com" userId="" providerId="" clId="Web-{CC69BAD0-B878-4D5F-9EDC-F1CFB63E14B5}" dt="2021-08-18T18:06:30.528" v="85"/>
        <pc:sldMkLst>
          <pc:docMk/>
          <pc:sldMk cId="2735560525" sldId="311"/>
        </pc:sldMkLst>
        <pc:spChg chg="mod">
          <ac:chgData name="annaasgaraly@ibm.com" userId="" providerId="" clId="Web-{CC69BAD0-B878-4D5F-9EDC-F1CFB63E14B5}" dt="2021-08-18T18:03:12.388" v="41" actId="20577"/>
          <ac:spMkLst>
            <pc:docMk/>
            <pc:sldMk cId="2735560525" sldId="311"/>
            <ac:spMk id="3" creationId="{AFD52E17-48CB-4D60-BD56-71D197A29B38}"/>
          </ac:spMkLst>
        </pc:spChg>
      </pc:sldChg>
      <pc:sldChg chg="modSp mod setBg">
        <pc:chgData name="annaasgaraly@ibm.com" userId="" providerId="" clId="Web-{CC69BAD0-B878-4D5F-9EDC-F1CFB63E14B5}" dt="2021-08-18T18:06:30.762" v="86"/>
        <pc:sldMkLst>
          <pc:docMk/>
          <pc:sldMk cId="1434679925" sldId="312"/>
        </pc:sldMkLst>
        <pc:spChg chg="mod">
          <ac:chgData name="annaasgaraly@ibm.com" userId="" providerId="" clId="Web-{CC69BAD0-B878-4D5F-9EDC-F1CFB63E14B5}" dt="2021-08-18T18:03:16.498" v="43" actId="20577"/>
          <ac:spMkLst>
            <pc:docMk/>
            <pc:sldMk cId="1434679925" sldId="312"/>
            <ac:spMk id="3" creationId="{7F12CD3C-55B3-4129-817A-84D0B28F713E}"/>
          </ac:spMkLst>
        </pc:spChg>
      </pc:sldChg>
      <pc:sldChg chg="modSp mod setBg">
        <pc:chgData name="annaasgaraly@ibm.com" userId="" providerId="" clId="Web-{CC69BAD0-B878-4D5F-9EDC-F1CFB63E14B5}" dt="2021-08-18T18:06:31.231" v="88"/>
        <pc:sldMkLst>
          <pc:docMk/>
          <pc:sldMk cId="1756972646" sldId="313"/>
        </pc:sldMkLst>
        <pc:spChg chg="mod">
          <ac:chgData name="annaasgaraly@ibm.com" userId="" providerId="" clId="Web-{CC69BAD0-B878-4D5F-9EDC-F1CFB63E14B5}" dt="2021-08-18T18:03:25.624" v="45" actId="20577"/>
          <ac:spMkLst>
            <pc:docMk/>
            <pc:sldMk cId="1756972646" sldId="313"/>
            <ac:spMk id="3" creationId="{79B32320-42D4-49FA-8047-C080B444B3AE}"/>
          </ac:spMkLst>
        </pc:spChg>
      </pc:sldChg>
      <pc:sldChg chg="modSp mod setBg">
        <pc:chgData name="annaasgaraly@ibm.com" userId="" providerId="" clId="Web-{CC69BAD0-B878-4D5F-9EDC-F1CFB63E14B5}" dt="2021-08-18T18:06:30.997" v="87"/>
        <pc:sldMkLst>
          <pc:docMk/>
          <pc:sldMk cId="639399535" sldId="314"/>
        </pc:sldMkLst>
        <pc:spChg chg="mod">
          <ac:chgData name="annaasgaraly@ibm.com" userId="" providerId="" clId="Web-{CC69BAD0-B878-4D5F-9EDC-F1CFB63E14B5}" dt="2021-08-18T18:03:19.357" v="44" actId="20577"/>
          <ac:spMkLst>
            <pc:docMk/>
            <pc:sldMk cId="639399535" sldId="314"/>
            <ac:spMk id="8" creationId="{952C2E9C-C6BE-40BD-A406-CFB441363CBA}"/>
          </ac:spMkLst>
        </pc:spChg>
      </pc:sldChg>
      <pc:sldChg chg="modSp mod setBg">
        <pc:chgData name="annaasgaraly@ibm.com" userId="" providerId="" clId="Web-{CC69BAD0-B878-4D5F-9EDC-F1CFB63E14B5}" dt="2021-08-18T18:06:31.465" v="89"/>
        <pc:sldMkLst>
          <pc:docMk/>
          <pc:sldMk cId="3566646398" sldId="315"/>
        </pc:sldMkLst>
        <pc:spChg chg="mod">
          <ac:chgData name="annaasgaraly@ibm.com" userId="" providerId="" clId="Web-{CC69BAD0-B878-4D5F-9EDC-F1CFB63E14B5}" dt="2021-08-18T18:03:29.249" v="46" actId="20577"/>
          <ac:spMkLst>
            <pc:docMk/>
            <pc:sldMk cId="3566646398" sldId="315"/>
            <ac:spMk id="3" creationId="{2A7EB98F-A25F-4357-9775-478FC17F7F83}"/>
          </ac:spMkLst>
        </pc:spChg>
      </pc:sldChg>
      <pc:sldChg chg="modSp mod setBg">
        <pc:chgData name="annaasgaraly@ibm.com" userId="" providerId="" clId="Web-{CC69BAD0-B878-4D5F-9EDC-F1CFB63E14B5}" dt="2021-08-18T18:06:31.684" v="90"/>
        <pc:sldMkLst>
          <pc:docMk/>
          <pc:sldMk cId="1398439132" sldId="316"/>
        </pc:sldMkLst>
        <pc:spChg chg="mod">
          <ac:chgData name="annaasgaraly@ibm.com" userId="" providerId="" clId="Web-{CC69BAD0-B878-4D5F-9EDC-F1CFB63E14B5}" dt="2021-08-18T18:03:33.077" v="48" actId="20577"/>
          <ac:spMkLst>
            <pc:docMk/>
            <pc:sldMk cId="1398439132" sldId="316"/>
            <ac:spMk id="3" creationId="{964DA114-677C-40D8-8FFA-43531834CFBF}"/>
          </ac:spMkLst>
        </pc:spChg>
      </pc:sldChg>
      <pc:sldChg chg="modSp mod setBg">
        <pc:chgData name="annaasgaraly@ibm.com" userId="" providerId="" clId="Web-{CC69BAD0-B878-4D5F-9EDC-F1CFB63E14B5}" dt="2021-08-18T18:06:31.924" v="91"/>
        <pc:sldMkLst>
          <pc:docMk/>
          <pc:sldMk cId="3975168428" sldId="317"/>
        </pc:sldMkLst>
        <pc:spChg chg="mod">
          <ac:chgData name="annaasgaraly@ibm.com" userId="" providerId="" clId="Web-{CC69BAD0-B878-4D5F-9EDC-F1CFB63E14B5}" dt="2021-08-18T18:03:35.999" v="49" actId="20577"/>
          <ac:spMkLst>
            <pc:docMk/>
            <pc:sldMk cId="3975168428" sldId="317"/>
            <ac:spMk id="3" creationId="{04523243-E4D6-45EC-97C8-D44398FB7417}"/>
          </ac:spMkLst>
        </pc:spChg>
      </pc:sldChg>
      <pc:sldChg chg="modSp mod setBg">
        <pc:chgData name="annaasgaraly@ibm.com" userId="" providerId="" clId="Web-{CC69BAD0-B878-4D5F-9EDC-F1CFB63E14B5}" dt="2021-08-18T18:06:40.716" v="93"/>
        <pc:sldMkLst>
          <pc:docMk/>
          <pc:sldMk cId="239597884" sldId="318"/>
        </pc:sldMkLst>
        <pc:spChg chg="mod">
          <ac:chgData name="annaasgaraly@ibm.com" userId="" providerId="" clId="Web-{CC69BAD0-B878-4D5F-9EDC-F1CFB63E14B5}" dt="2021-08-18T18:03:41.906" v="51" actId="20577"/>
          <ac:spMkLst>
            <pc:docMk/>
            <pc:sldMk cId="239597884" sldId="318"/>
            <ac:spMk id="8" creationId="{2E0ECA32-E146-40DA-85CD-9677244BC3EC}"/>
          </ac:spMkLst>
        </pc:spChg>
      </pc:sldChg>
      <pc:sldChg chg="modSp mod setBg">
        <pc:chgData name="annaasgaraly@ibm.com" userId="" providerId="" clId="Web-{CC69BAD0-B878-4D5F-9EDC-F1CFB63E14B5}" dt="2021-08-18T18:06:40.950" v="94"/>
        <pc:sldMkLst>
          <pc:docMk/>
          <pc:sldMk cId="232499080" sldId="319"/>
        </pc:sldMkLst>
        <pc:spChg chg="mod">
          <ac:chgData name="annaasgaraly@ibm.com" userId="" providerId="" clId="Web-{CC69BAD0-B878-4D5F-9EDC-F1CFB63E14B5}" dt="2021-08-18T18:03:44.922" v="52" actId="20577"/>
          <ac:spMkLst>
            <pc:docMk/>
            <pc:sldMk cId="232499080" sldId="319"/>
            <ac:spMk id="8" creationId="{34C97452-C78A-4701-B8AB-ABFE63D5BEDE}"/>
          </ac:spMkLst>
        </pc:spChg>
      </pc:sldChg>
      <pc:sldChg chg="modSp mod setBg">
        <pc:chgData name="annaasgaraly@ibm.com" userId="" providerId="" clId="Web-{CC69BAD0-B878-4D5F-9EDC-F1CFB63E14B5}" dt="2021-08-18T18:06:57.123" v="99"/>
        <pc:sldMkLst>
          <pc:docMk/>
          <pc:sldMk cId="3645034231" sldId="320"/>
        </pc:sldMkLst>
        <pc:spChg chg="mod">
          <ac:chgData name="annaasgaraly@ibm.com" userId="" providerId="" clId="Web-{CC69BAD0-B878-4D5F-9EDC-F1CFB63E14B5}" dt="2021-08-18T18:04:07.830" v="57" actId="20577"/>
          <ac:spMkLst>
            <pc:docMk/>
            <pc:sldMk cId="3645034231" sldId="320"/>
            <ac:spMk id="9" creationId="{533106AC-60D7-46AE-8E64-7B84ABDBD099}"/>
          </ac:spMkLst>
        </pc:spChg>
      </pc:sldChg>
      <pc:sldChg chg="mod setBg">
        <pc:chgData name="annaasgaraly@ibm.com" userId="" providerId="" clId="Web-{CC69BAD0-B878-4D5F-9EDC-F1CFB63E14B5}" dt="2021-08-18T17:50:55.553" v="5"/>
        <pc:sldMkLst>
          <pc:docMk/>
          <pc:sldMk cId="733461713" sldId="321"/>
        </pc:sldMkLst>
      </pc:sldChg>
      <pc:sldChg chg="modSp mod setBg">
        <pc:chgData name="annaasgaraly@ibm.com" userId="" providerId="" clId="Web-{CC69BAD0-B878-4D5F-9EDC-F1CFB63E14B5}" dt="2021-08-18T18:06:49.263" v="98"/>
        <pc:sldMkLst>
          <pc:docMk/>
          <pc:sldMk cId="700132931" sldId="322"/>
        </pc:sldMkLst>
        <pc:spChg chg="mod">
          <ac:chgData name="annaasgaraly@ibm.com" userId="" providerId="" clId="Web-{CC69BAD0-B878-4D5F-9EDC-F1CFB63E14B5}" dt="2021-08-18T18:03:48.453" v="53" actId="20577"/>
          <ac:spMkLst>
            <pc:docMk/>
            <pc:sldMk cId="700132931" sldId="322"/>
            <ac:spMk id="8" creationId="{9456A072-47A6-4424-9ABE-F398119040DD}"/>
          </ac:spMkLst>
        </pc:spChg>
      </pc:sldChg>
      <pc:sldChg chg="modSp mod setBg">
        <pc:chgData name="annaasgaraly@ibm.com" userId="" providerId="" clId="Web-{CC69BAD0-B878-4D5F-9EDC-F1CFB63E14B5}" dt="2021-08-18T18:06:48.795" v="96"/>
        <pc:sldMkLst>
          <pc:docMk/>
          <pc:sldMk cId="1866160706" sldId="323"/>
        </pc:sldMkLst>
        <pc:spChg chg="mod">
          <ac:chgData name="annaasgaraly@ibm.com" userId="" providerId="" clId="Web-{CC69BAD0-B878-4D5F-9EDC-F1CFB63E14B5}" dt="2021-08-18T18:03:52.626" v="54" actId="20577"/>
          <ac:spMkLst>
            <pc:docMk/>
            <pc:sldMk cId="1866160706" sldId="323"/>
            <ac:spMk id="8" creationId="{4EF94599-779E-457E-B57B-6063EBF7A840}"/>
          </ac:spMkLst>
        </pc:spChg>
      </pc:sldChg>
      <pc:sldChg chg="modSp mod setBg">
        <pc:chgData name="annaasgaraly@ibm.com" userId="" providerId="" clId="Web-{CC69BAD0-B878-4D5F-9EDC-F1CFB63E14B5}" dt="2021-08-18T18:06:49.029" v="97"/>
        <pc:sldMkLst>
          <pc:docMk/>
          <pc:sldMk cId="252359608" sldId="324"/>
        </pc:sldMkLst>
        <pc:spChg chg="mod">
          <ac:chgData name="annaasgaraly@ibm.com" userId="" providerId="" clId="Web-{CC69BAD0-B878-4D5F-9EDC-F1CFB63E14B5}" dt="2021-08-18T18:03:58.220" v="55" actId="20577"/>
          <ac:spMkLst>
            <pc:docMk/>
            <pc:sldMk cId="252359608" sldId="324"/>
            <ac:spMk id="12" creationId="{4D271BF5-BAA1-4CEB-A575-76A097FABBBA}"/>
          </ac:spMkLst>
        </pc:spChg>
      </pc:sldChg>
      <pc:sldChg chg="addSp modSp">
        <pc:chgData name="annaasgaraly@ibm.com" userId="" providerId="" clId="Web-{CC69BAD0-B878-4D5F-9EDC-F1CFB63E14B5}" dt="2021-08-18T18:00:11.344" v="12" actId="14100"/>
        <pc:sldMkLst>
          <pc:docMk/>
          <pc:sldMk cId="1277611629" sldId="327"/>
        </pc:sldMkLst>
        <pc:picChg chg="add mod">
          <ac:chgData name="annaasgaraly@ibm.com" userId="" providerId="" clId="Web-{CC69BAD0-B878-4D5F-9EDC-F1CFB63E14B5}" dt="2021-08-18T18:00:11.344" v="12" actId="14100"/>
          <ac:picMkLst>
            <pc:docMk/>
            <pc:sldMk cId="1277611629" sldId="327"/>
            <ac:picMk id="2" creationId="{4F94DBE5-2DCC-401E-95AA-12E04A97FBA6}"/>
          </ac:picMkLst>
        </pc:picChg>
      </pc:sldChg>
      <pc:sldChg chg="mod setBg">
        <pc:chgData name="annaasgaraly@ibm.com" userId="" providerId="" clId="Web-{CC69BAD0-B878-4D5F-9EDC-F1CFB63E14B5}" dt="2021-08-18T17:51:14.820" v="7"/>
        <pc:sldMkLst>
          <pc:docMk/>
          <pc:sldMk cId="661040741" sldId="329"/>
        </pc:sldMkLst>
      </pc:sldChg>
      <pc:sldChg chg="modSp mod setBg">
        <pc:chgData name="annaasgaraly@ibm.com" userId="" providerId="" clId="Web-{CC69BAD0-B878-4D5F-9EDC-F1CFB63E14B5}" dt="2021-08-18T18:05:53.681" v="65"/>
        <pc:sldMkLst>
          <pc:docMk/>
          <pc:sldMk cId="724038033" sldId="330"/>
        </pc:sldMkLst>
        <pc:spChg chg="mod">
          <ac:chgData name="annaasgaraly@ibm.com" userId="" providerId="" clId="Web-{CC69BAD0-B878-4D5F-9EDC-F1CFB63E14B5}" dt="2021-08-18T18:01:02.207" v="16" actId="20577"/>
          <ac:spMkLst>
            <pc:docMk/>
            <pc:sldMk cId="724038033" sldId="330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463" v="64"/>
        <pc:sldMkLst>
          <pc:docMk/>
          <pc:sldMk cId="1980221439" sldId="331"/>
        </pc:sldMkLst>
        <pc:spChg chg="mod">
          <ac:chgData name="annaasgaraly@ibm.com" userId="" providerId="" clId="Web-{CC69BAD0-B878-4D5F-9EDC-F1CFB63E14B5}" dt="2021-08-18T18:01:34.631" v="17" actId="20577"/>
          <ac:spMkLst>
            <pc:docMk/>
            <pc:sldMk cId="1980221439" sldId="331"/>
            <ac:spMk id="19" creationId="{6CA66F18-AF00-434A-AB3C-61097BEAE5FA}"/>
          </ac:spMkLst>
        </pc:spChg>
      </pc:sldChg>
      <pc:sldChg chg="modSp mod setBg">
        <pc:chgData name="annaasgaraly@ibm.com" userId="" providerId="" clId="Web-{CC69BAD0-B878-4D5F-9EDC-F1CFB63E14B5}" dt="2021-08-18T18:05:53.228" v="63"/>
        <pc:sldMkLst>
          <pc:docMk/>
          <pc:sldMk cId="2560061391" sldId="332"/>
        </pc:sldMkLst>
        <pc:spChg chg="mod">
          <ac:chgData name="annaasgaraly@ibm.com" userId="" providerId="" clId="Web-{CC69BAD0-B878-4D5F-9EDC-F1CFB63E14B5}" dt="2021-08-18T18:01:38.944" v="18" actId="20577"/>
          <ac:spMkLst>
            <pc:docMk/>
            <pc:sldMk cId="2560061391" sldId="332"/>
            <ac:spMk id="19" creationId="{6CA66F18-AF00-434A-AB3C-61097BEAE5FA}"/>
          </ac:spMkLst>
        </pc:spChg>
      </pc:sldChg>
    </pc:docChg>
  </pc:docChgLst>
  <pc:docChgLst>
    <pc:chgData name="Ada Celik" clId="Web-{998F4E3E-1A76-4A6B-98B6-08752F3768B3}"/>
    <pc:docChg chg="modSld">
      <pc:chgData name="Ada Celik" userId="" providerId="" clId="Web-{998F4E3E-1A76-4A6B-98B6-08752F3768B3}" dt="2021-08-10T21:41:11.021" v="1" actId="20577"/>
      <pc:docMkLst>
        <pc:docMk/>
      </pc:docMkLst>
      <pc:sldChg chg="modSp">
        <pc:chgData name="Ada Celik" userId="" providerId="" clId="Web-{998F4E3E-1A76-4A6B-98B6-08752F3768B3}" dt="2021-08-10T21:41:11.021" v="1" actId="20577"/>
        <pc:sldMkLst>
          <pc:docMk/>
          <pc:sldMk cId="1277611629" sldId="327"/>
        </pc:sldMkLst>
        <pc:spChg chg="mod">
          <ac:chgData name="Ada Celik" userId="" providerId="" clId="Web-{998F4E3E-1A76-4A6B-98B6-08752F3768B3}" dt="2021-08-10T21:41:11.021" v="1" actId="20577"/>
          <ac:spMkLst>
            <pc:docMk/>
            <pc:sldMk cId="1277611629" sldId="327"/>
            <ac:spMk id="6" creationId="{2C36AF9D-A911-994B-90EA-013D4CDA5604}"/>
          </ac:spMkLst>
        </pc:spChg>
      </pc:sldChg>
    </pc:docChg>
  </pc:docChgLst>
  <pc:docChgLst>
    <pc:chgData name="YAN LUO" clId="Web-{B63C8988-E1D3-4A52-8229-FA8C5EBD2ECD}"/>
    <pc:docChg chg="delSld modSld">
      <pc:chgData name="YAN LUO" userId="" providerId="" clId="Web-{B63C8988-E1D3-4A52-8229-FA8C5EBD2ECD}" dt="2021-08-19T14:01:44.876" v="206" actId="20577"/>
      <pc:docMkLst>
        <pc:docMk/>
      </pc:docMkLst>
      <pc:sldChg chg="modSp">
        <pc:chgData name="YAN LUO" userId="" providerId="" clId="Web-{B63C8988-E1D3-4A52-8229-FA8C5EBD2ECD}" dt="2021-08-19T13:47:23.458" v="93" actId="20577"/>
        <pc:sldMkLst>
          <pc:docMk/>
          <pc:sldMk cId="1578726356" sldId="265"/>
        </pc:sldMkLst>
        <pc:spChg chg="mod">
          <ac:chgData name="YAN LUO" userId="" providerId="" clId="Web-{B63C8988-E1D3-4A52-8229-FA8C5EBD2ECD}" dt="2021-08-19T13:47:23.458" v="93" actId="20577"/>
          <ac:spMkLst>
            <pc:docMk/>
            <pc:sldMk cId="1578726356" sldId="265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46:56.520" v="49" actId="20577"/>
        <pc:sldMkLst>
          <pc:docMk/>
          <pc:sldMk cId="779971636" sldId="266"/>
        </pc:sldMkLst>
        <pc:spChg chg="mod">
          <ac:chgData name="YAN LUO" userId="" providerId="" clId="Web-{B63C8988-E1D3-4A52-8229-FA8C5EBD2ECD}" dt="2021-08-19T13:46:56.520" v="49" actId="20577"/>
          <ac:spMkLst>
            <pc:docMk/>
            <pc:sldMk cId="779971636" sldId="266"/>
            <ac:spMk id="5" creationId="{1B07C49E-AFFC-EC46-8930-E4D428F5F943}"/>
          </ac:spMkLst>
        </pc:spChg>
      </pc:sldChg>
      <pc:sldChg chg="del">
        <pc:chgData name="YAN LUO" userId="" providerId="" clId="Web-{B63C8988-E1D3-4A52-8229-FA8C5EBD2ECD}" dt="2021-08-19T13:52:20.775" v="94"/>
        <pc:sldMkLst>
          <pc:docMk/>
          <pc:sldMk cId="3181088097" sldId="278"/>
        </pc:sldMkLst>
      </pc:sldChg>
      <pc:sldChg chg="addSp delSp modSp">
        <pc:chgData name="YAN LUO" userId="" providerId="" clId="Web-{B63C8988-E1D3-4A52-8229-FA8C5EBD2ECD}" dt="2021-08-19T13:45:42.691" v="30" actId="20577"/>
        <pc:sldMkLst>
          <pc:docMk/>
          <pc:sldMk cId="280316088" sldId="299"/>
        </pc:sldMkLst>
        <pc:spChg chg="add del mod ord">
          <ac:chgData name="YAN LUO" userId="" providerId="" clId="Web-{B63C8988-E1D3-4A52-8229-FA8C5EBD2ECD}" dt="2021-08-19T13:21:31.149" v="16"/>
          <ac:spMkLst>
            <pc:docMk/>
            <pc:sldMk cId="280316088" sldId="299"/>
            <ac:spMk id="2" creationId="{310FB1D8-F945-4835-A7ED-A9DCB8CE099D}"/>
          </ac:spMkLst>
        </pc:spChg>
        <pc:spChg chg="mod">
          <ac:chgData name="YAN LUO" userId="" providerId="" clId="Web-{B63C8988-E1D3-4A52-8229-FA8C5EBD2ECD}" dt="2021-08-19T13:45:42.691" v="30" actId="20577"/>
          <ac:spMkLst>
            <pc:docMk/>
            <pc:sldMk cId="280316088" sldId="299"/>
            <ac:spMk id="5" creationId="{1B07C49E-AFFC-EC46-8930-E4D428F5F943}"/>
          </ac:spMkLst>
        </pc:spChg>
      </pc:sldChg>
      <pc:sldChg chg="addSp delSp modSp">
        <pc:chgData name="YAN LUO" userId="" providerId="" clId="Web-{B63C8988-E1D3-4A52-8229-FA8C5EBD2ECD}" dt="2021-08-19T13:53:50.338" v="96" actId="20577"/>
        <pc:sldMkLst>
          <pc:docMk/>
          <pc:sldMk cId="1385553969" sldId="302"/>
        </pc:sldMkLst>
        <pc:spChg chg="add mod">
          <ac:chgData name="YAN LUO" userId="" providerId="" clId="Web-{B63C8988-E1D3-4A52-8229-FA8C5EBD2ECD}" dt="2021-08-19T13:53:50.338" v="96" actId="20577"/>
          <ac:spMkLst>
            <pc:docMk/>
            <pc:sldMk cId="1385553969" sldId="302"/>
            <ac:spMk id="2" creationId="{8B78C759-C687-440F-8CAE-D3071F1AB630}"/>
          </ac:spMkLst>
        </pc:spChg>
        <pc:spChg chg="mod">
          <ac:chgData name="YAN LUO" userId="" providerId="" clId="Web-{B63C8988-E1D3-4A52-8229-FA8C5EBD2ECD}" dt="2021-08-19T13:46:07.426" v="35" actId="20577"/>
          <ac:spMkLst>
            <pc:docMk/>
            <pc:sldMk cId="1385553969" sldId="302"/>
            <ac:spMk id="3" creationId="{AB0AB2AC-B7E6-6849-9AE9-697369407F8F}"/>
          </ac:spMkLst>
        </pc:spChg>
        <pc:spChg chg="add del">
          <ac:chgData name="YAN LUO" userId="" providerId="" clId="Web-{B63C8988-E1D3-4A52-8229-FA8C5EBD2ECD}" dt="2021-08-19T13:46:27.739" v="39"/>
          <ac:spMkLst>
            <pc:docMk/>
            <pc:sldMk cId="1385553969" sldId="302"/>
            <ac:spMk id="5" creationId="{B2BB333C-3C82-48BA-A090-59BE99C64735}"/>
          </ac:spMkLst>
        </pc:spChg>
        <pc:spChg chg="del">
          <ac:chgData name="YAN LUO" userId="" providerId="" clId="Web-{B63C8988-E1D3-4A52-8229-FA8C5EBD2ECD}" dt="2021-08-19T13:46:24.129" v="36"/>
          <ac:spMkLst>
            <pc:docMk/>
            <pc:sldMk cId="1385553969" sldId="302"/>
            <ac:spMk id="15" creationId="{302614DC-FBA1-44E3-9E89-23C80E7E6998}"/>
          </ac:spMkLst>
        </pc:spChg>
      </pc:sldChg>
      <pc:sldChg chg="modSp">
        <pc:chgData name="YAN LUO" userId="" providerId="" clId="Web-{B63C8988-E1D3-4A52-8229-FA8C5EBD2ECD}" dt="2021-08-19T13:55:45.293" v="141" actId="20577"/>
        <pc:sldMkLst>
          <pc:docMk/>
          <pc:sldMk cId="1434679925" sldId="312"/>
        </pc:sldMkLst>
        <pc:spChg chg="mod">
          <ac:chgData name="YAN LUO" userId="" providerId="" clId="Web-{B63C8988-E1D3-4A52-8229-FA8C5EBD2ECD}" dt="2021-08-19T13:55:45.293" v="141" actId="20577"/>
          <ac:spMkLst>
            <pc:docMk/>
            <pc:sldMk cId="1434679925" sldId="312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3:56:18.809" v="184" actId="20577"/>
        <pc:sldMkLst>
          <pc:docMk/>
          <pc:sldMk cId="639399535" sldId="314"/>
        </pc:sldMkLst>
        <pc:spChg chg="mod">
          <ac:chgData name="YAN LUO" userId="" providerId="" clId="Web-{B63C8988-E1D3-4A52-8229-FA8C5EBD2ECD}" dt="2021-08-19T13:56:18.809" v="184" actId="20577"/>
          <ac:spMkLst>
            <pc:docMk/>
            <pc:sldMk cId="639399535" sldId="314"/>
            <ac:spMk id="5" creationId="{1B07C49E-AFFC-EC46-8930-E4D428F5F943}"/>
          </ac:spMkLst>
        </pc:spChg>
      </pc:sldChg>
      <pc:sldChg chg="modSp">
        <pc:chgData name="YAN LUO" userId="" providerId="" clId="Web-{B63C8988-E1D3-4A52-8229-FA8C5EBD2ECD}" dt="2021-08-19T14:01:44.876" v="206" actId="20577"/>
        <pc:sldMkLst>
          <pc:docMk/>
          <pc:sldMk cId="1398439132" sldId="316"/>
        </pc:sldMkLst>
        <pc:spChg chg="mod">
          <ac:chgData name="YAN LUO" userId="" providerId="" clId="Web-{B63C8988-E1D3-4A52-8229-FA8C5EBD2ECD}" dt="2021-08-19T14:01:44.876" v="206" actId="20577"/>
          <ac:spMkLst>
            <pc:docMk/>
            <pc:sldMk cId="1398439132" sldId="316"/>
            <ac:spMk id="5" creationId="{1B07C49E-AFFC-EC46-8930-E4D428F5F943}"/>
          </ac:spMkLst>
        </pc:spChg>
      </pc:sldChg>
    </pc:docChg>
  </pc:docChgLst>
  <pc:docChgLst>
    <pc:chgData name="Ada Celik" clId="Web-{9F30A1D2-6717-426C-A658-3A50309723ED}"/>
    <pc:docChg chg="modSld">
      <pc:chgData name="Ada Celik" userId="" providerId="" clId="Web-{9F30A1D2-6717-426C-A658-3A50309723ED}" dt="2021-08-10T21:42:35.526" v="3"/>
      <pc:docMkLst>
        <pc:docMk/>
      </pc:docMkLst>
      <pc:sldChg chg="delSp">
        <pc:chgData name="Ada Celik" userId="" providerId="" clId="Web-{9F30A1D2-6717-426C-A658-3A50309723ED}" dt="2021-08-10T21:42:35.526" v="3"/>
        <pc:sldMkLst>
          <pc:docMk/>
          <pc:sldMk cId="661040741" sldId="329"/>
        </pc:sldMkLst>
        <pc:picChg chg="del">
          <ac:chgData name="Ada Celik" userId="" providerId="" clId="Web-{9F30A1D2-6717-426C-A658-3A50309723ED}" dt="2021-08-10T21:42:35.526" v="3"/>
          <ac:picMkLst>
            <pc:docMk/>
            <pc:sldMk cId="661040741" sldId="329"/>
            <ac:picMk id="8" creationId="{F88AB437-E43C-436D-B35E-51887C103800}"/>
          </ac:picMkLst>
        </pc:picChg>
        <pc:picChg chg="del">
          <ac:chgData name="Ada Celik" userId="" providerId="" clId="Web-{9F30A1D2-6717-426C-A658-3A50309723ED}" dt="2021-08-10T21:42:35.526" v="2"/>
          <ac:picMkLst>
            <pc:docMk/>
            <pc:sldMk cId="661040741" sldId="329"/>
            <ac:picMk id="9" creationId="{89FBF71A-DDF5-4BAA-B9B5-91B4675FF80E}"/>
          </ac:picMkLst>
        </pc:picChg>
        <pc:picChg chg="del">
          <ac:chgData name="Ada Celik" userId="" providerId="" clId="Web-{9F30A1D2-6717-426C-A658-3A50309723ED}" dt="2021-08-10T21:42:35.526" v="1"/>
          <ac:picMkLst>
            <pc:docMk/>
            <pc:sldMk cId="661040741" sldId="329"/>
            <ac:picMk id="10" creationId="{225AE237-9A47-4E0B-AE8A-DD0CED30B39D}"/>
          </ac:picMkLst>
        </pc:picChg>
        <pc:picChg chg="del">
          <ac:chgData name="Ada Celik" userId="" providerId="" clId="Web-{9F30A1D2-6717-426C-A658-3A50309723ED}" dt="2021-08-10T21:42:35.526" v="0"/>
          <ac:picMkLst>
            <pc:docMk/>
            <pc:sldMk cId="661040741" sldId="329"/>
            <ac:picMk id="11" creationId="{E1021DDF-7C74-4FD8-AE38-AFFCC057C8C2}"/>
          </ac:picMkLst>
        </pc:picChg>
      </pc:sldChg>
    </pc:docChg>
  </pc:docChgLst>
  <pc:docChgLst>
    <pc:chgData name="annaasgaraly@ibm.com" clId="Web-{3BA0D230-C853-4667-83F9-D85E65BD4B24}"/>
    <pc:docChg chg="modSld">
      <pc:chgData name="annaasgaraly@ibm.com" userId="" providerId="" clId="Web-{3BA0D230-C853-4667-83F9-D85E65BD4B24}" dt="2021-08-19T16:32:24.566" v="1"/>
      <pc:docMkLst>
        <pc:docMk/>
      </pc:docMkLst>
      <pc:sldChg chg="mod setBg">
        <pc:chgData name="annaasgaraly@ibm.com" userId="" providerId="" clId="Web-{3BA0D230-C853-4667-83F9-D85E65BD4B24}" dt="2021-08-19T16:32:24.566" v="1"/>
        <pc:sldMkLst>
          <pc:docMk/>
          <pc:sldMk cId="178270660" sldId="284"/>
        </pc:sldMkLst>
      </pc:sldChg>
      <pc:sldChg chg="mod setBg">
        <pc:chgData name="annaasgaraly@ibm.com" userId="" providerId="" clId="Web-{3BA0D230-C853-4667-83F9-D85E65BD4B24}" dt="2021-08-19T16:32:07.268" v="0"/>
        <pc:sldMkLst>
          <pc:docMk/>
          <pc:sldMk cId="1023352497" sldId="294"/>
        </pc:sldMkLst>
      </pc:sldChg>
    </pc:docChg>
  </pc:docChgLst>
  <pc:docChgLst>
    <pc:chgData name="YAN LUO" clId="Web-{86B35720-4193-446F-B2D5-9AD9984A55EF}"/>
    <pc:docChg chg="modSld">
      <pc:chgData name="YAN LUO" userId="" providerId="" clId="Web-{86B35720-4193-446F-B2D5-9AD9984A55EF}" dt="2021-08-19T14:59:05.021" v="263" actId="20577"/>
      <pc:docMkLst>
        <pc:docMk/>
      </pc:docMkLst>
      <pc:sldChg chg="modSp">
        <pc:chgData name="YAN LUO" userId="" providerId="" clId="Web-{86B35720-4193-446F-B2D5-9AD9984A55EF}" dt="2021-08-19T14:59:05.021" v="263" actId="20577"/>
        <pc:sldMkLst>
          <pc:docMk/>
          <pc:sldMk cId="2459446073" sldId="289"/>
        </pc:sldMkLst>
        <pc:spChg chg="mod">
          <ac:chgData name="YAN LUO" userId="" providerId="" clId="Web-{86B35720-4193-446F-B2D5-9AD9984A55EF}" dt="2021-08-19T14:59:05.021" v="263" actId="20577"/>
          <ac:spMkLst>
            <pc:docMk/>
            <pc:sldMk cId="2459446073" sldId="289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37.479" v="115" actId="20577"/>
        <pc:sldMkLst>
          <pc:docMk/>
          <pc:sldMk cId="981671777" sldId="296"/>
        </pc:sldMkLst>
        <pc:spChg chg="mod">
          <ac:chgData name="YAN LUO" userId="" providerId="" clId="Web-{86B35720-4193-446F-B2D5-9AD9984A55EF}" dt="2021-08-19T14:15:37.479" v="115" actId="20577"/>
          <ac:spMkLst>
            <pc:docMk/>
            <pc:sldMk cId="981671777" sldId="296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07:37.968" v="1" actId="20577"/>
        <pc:sldMkLst>
          <pc:docMk/>
          <pc:sldMk cId="1398439132" sldId="316"/>
        </pc:sldMkLst>
        <pc:spChg chg="mod">
          <ac:chgData name="YAN LUO" userId="" providerId="" clId="Web-{86B35720-4193-446F-B2D5-9AD9984A55EF}" dt="2021-08-19T14:07:37.968" v="1" actId="20577"/>
          <ac:spMkLst>
            <pc:docMk/>
            <pc:sldMk cId="1398439132" sldId="316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2:24.459" v="39" actId="20577"/>
        <pc:sldMkLst>
          <pc:docMk/>
          <pc:sldMk cId="3975168428" sldId="317"/>
        </pc:sldMkLst>
        <pc:spChg chg="mod">
          <ac:chgData name="YAN LUO" userId="" providerId="" clId="Web-{86B35720-4193-446F-B2D5-9AD9984A55EF}" dt="2021-08-19T14:10:01.737" v="18" actId="20577"/>
          <ac:spMkLst>
            <pc:docMk/>
            <pc:sldMk cId="3975168428" sldId="317"/>
            <ac:spMk id="3" creationId="{04523243-E4D6-45EC-97C8-D44398FB7417}"/>
          </ac:spMkLst>
        </pc:spChg>
        <pc:spChg chg="mod">
          <ac:chgData name="YAN LUO" userId="" providerId="" clId="Web-{86B35720-4193-446F-B2D5-9AD9984A55EF}" dt="2021-08-19T14:12:24.459" v="39" actId="20577"/>
          <ac:spMkLst>
            <pc:docMk/>
            <pc:sldMk cId="3975168428" sldId="317"/>
            <ac:spMk id="5" creationId="{1B07C49E-AFFC-EC46-8930-E4D428F5F943}"/>
          </ac:spMkLst>
        </pc:spChg>
      </pc:sldChg>
      <pc:sldChg chg="modSp">
        <pc:chgData name="YAN LUO" userId="" providerId="" clId="Web-{86B35720-4193-446F-B2D5-9AD9984A55EF}" dt="2021-08-19T14:15:56.635" v="140" actId="20577"/>
        <pc:sldMkLst>
          <pc:docMk/>
          <pc:sldMk cId="239597884" sldId="318"/>
        </pc:sldMkLst>
        <pc:spChg chg="mod">
          <ac:chgData name="YAN LUO" userId="" providerId="" clId="Web-{86B35720-4193-446F-B2D5-9AD9984A55EF}" dt="2021-08-19T14:15:56.635" v="140" actId="20577"/>
          <ac:spMkLst>
            <pc:docMk/>
            <pc:sldMk cId="239597884" sldId="318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6:10.167" v="168" actId="20577"/>
        <pc:sldMkLst>
          <pc:docMk/>
          <pc:sldMk cId="232499080" sldId="319"/>
        </pc:sldMkLst>
        <pc:spChg chg="mod">
          <ac:chgData name="YAN LUO" userId="" providerId="" clId="Web-{86B35720-4193-446F-B2D5-9AD9984A55EF}" dt="2021-08-19T14:16:10.167" v="168" actId="20577"/>
          <ac:spMkLst>
            <pc:docMk/>
            <pc:sldMk cId="232499080" sldId="319"/>
            <ac:spMk id="5" creationId="{85D9F803-CDBC-C74C-AF1B-2B5937D1C241}"/>
          </ac:spMkLst>
        </pc:spChg>
      </pc:sldChg>
      <pc:sldChg chg="modSp addCm">
        <pc:chgData name="YAN LUO" userId="" providerId="" clId="Web-{86B35720-4193-446F-B2D5-9AD9984A55EF}" dt="2021-08-19T14:58:05.144" v="175"/>
        <pc:sldMkLst>
          <pc:docMk/>
          <pc:sldMk cId="700132931" sldId="322"/>
        </pc:sldMkLst>
        <pc:spChg chg="mod">
          <ac:chgData name="YAN LUO" userId="" providerId="" clId="Web-{86B35720-4193-446F-B2D5-9AD9984A55EF}" dt="2021-08-19T14:17:04.699" v="171" actId="20577"/>
          <ac:spMkLst>
            <pc:docMk/>
            <pc:sldMk cId="700132931" sldId="322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17:12.528" v="174" actId="20577"/>
        <pc:sldMkLst>
          <pc:docMk/>
          <pc:sldMk cId="1866160706" sldId="323"/>
        </pc:sldMkLst>
        <pc:spChg chg="mod">
          <ac:chgData name="YAN LUO" userId="" providerId="" clId="Web-{86B35720-4193-446F-B2D5-9AD9984A55EF}" dt="2021-08-19T14:17:12.528" v="174" actId="20577"/>
          <ac:spMkLst>
            <pc:docMk/>
            <pc:sldMk cId="1866160706" sldId="323"/>
            <ac:spMk id="5" creationId="{85D9F803-CDBC-C74C-AF1B-2B5937D1C241}"/>
          </ac:spMkLst>
        </pc:spChg>
      </pc:sldChg>
      <pc:sldChg chg="modSp">
        <pc:chgData name="YAN LUO" userId="" providerId="" clId="Web-{86B35720-4193-446F-B2D5-9AD9984A55EF}" dt="2021-08-19T14:58:49.817" v="250" actId="20577"/>
        <pc:sldMkLst>
          <pc:docMk/>
          <pc:sldMk cId="252359608" sldId="324"/>
        </pc:sldMkLst>
        <pc:spChg chg="mod">
          <ac:chgData name="YAN LUO" userId="" providerId="" clId="Web-{86B35720-4193-446F-B2D5-9AD9984A55EF}" dt="2021-08-19T14:58:49.817" v="250" actId="20577"/>
          <ac:spMkLst>
            <pc:docMk/>
            <pc:sldMk cId="252359608" sldId="324"/>
            <ac:spMk id="5" creationId="{85D9F803-CDBC-C74C-AF1B-2B5937D1C241}"/>
          </ac:spMkLst>
        </pc:spChg>
      </pc:sldChg>
    </pc:docChg>
  </pc:docChgLst>
  <pc:docChgLst>
    <pc:chgData name="annaasgaraly@ibm.com" clId="Web-{10340FDF-B15C-4CFF-B487-146F9B98A252}"/>
    <pc:docChg chg="modSld">
      <pc:chgData name="annaasgaraly@ibm.com" userId="" providerId="" clId="Web-{10340FDF-B15C-4CFF-B487-146F9B98A252}" dt="2021-08-10T21:47:37.589" v="27"/>
      <pc:docMkLst>
        <pc:docMk/>
      </pc:docMkLst>
      <pc:sldChg chg="mod setBg">
        <pc:chgData name="annaasgaraly@ibm.com" userId="" providerId="" clId="Web-{10340FDF-B15C-4CFF-B487-146F9B98A252}" dt="2021-08-10T21:45:57.511" v="22"/>
        <pc:sldMkLst>
          <pc:docMk/>
          <pc:sldMk cId="3181088097" sldId="278"/>
        </pc:sldMkLst>
      </pc:sldChg>
      <pc:sldChg chg="mod setBg">
        <pc:chgData name="annaasgaraly@ibm.com" userId="" providerId="" clId="Web-{10340FDF-B15C-4CFF-B487-146F9B98A252}" dt="2021-08-10T21:39:24.478" v="2"/>
        <pc:sldMkLst>
          <pc:docMk/>
          <pc:sldMk cId="178270660" sldId="284"/>
        </pc:sldMkLst>
      </pc:sldChg>
      <pc:sldChg chg="mod setBg">
        <pc:chgData name="annaasgaraly@ibm.com" userId="" providerId="" clId="Web-{10340FDF-B15C-4CFF-B487-146F9B98A252}" dt="2021-08-10T21:46:27.417" v="25"/>
        <pc:sldMkLst>
          <pc:docMk/>
          <pc:sldMk cId="1290394134" sldId="288"/>
        </pc:sldMkLst>
      </pc:sldChg>
      <pc:sldChg chg="mod setBg">
        <pc:chgData name="annaasgaraly@ibm.com" userId="" providerId="" clId="Web-{10340FDF-B15C-4CFF-B487-146F9B98A252}" dt="2021-08-10T21:46:06.604" v="23"/>
        <pc:sldMkLst>
          <pc:docMk/>
          <pc:sldMk cId="1023352497" sldId="294"/>
        </pc:sldMkLst>
      </pc:sldChg>
      <pc:sldChg chg="mod setBg">
        <pc:chgData name="annaasgaraly@ibm.com" userId="" providerId="" clId="Web-{10340FDF-B15C-4CFF-B487-146F9B98A252}" dt="2021-08-10T21:47:37.589" v="27"/>
        <pc:sldMkLst>
          <pc:docMk/>
          <pc:sldMk cId="3093198887" sldId="298"/>
        </pc:sldMkLst>
      </pc:sldChg>
      <pc:sldChg chg="mod setBg">
        <pc:chgData name="annaasgaraly@ibm.com" userId="" providerId="" clId="Web-{10340FDF-B15C-4CFF-B487-146F9B98A252}" dt="2021-08-10T21:46:43.870" v="26"/>
        <pc:sldMkLst>
          <pc:docMk/>
          <pc:sldMk cId="733461713" sldId="321"/>
        </pc:sldMkLst>
      </pc:sldChg>
      <pc:sldChg chg="modSp mod setBg">
        <pc:chgData name="annaasgaraly@ibm.com" userId="" providerId="" clId="Web-{10340FDF-B15C-4CFF-B487-146F9B98A252}" dt="2021-08-10T21:42:44.994" v="17" actId="1076"/>
        <pc:sldMkLst>
          <pc:docMk/>
          <pc:sldMk cId="1277611629" sldId="327"/>
        </pc:sldMkLst>
        <pc:spChg chg="mod">
          <ac:chgData name="annaasgaraly@ibm.com" userId="" providerId="" clId="Web-{10340FDF-B15C-4CFF-B487-146F9B98A252}" dt="2021-08-10T21:42:44.994" v="17" actId="1076"/>
          <ac:spMkLst>
            <pc:docMk/>
            <pc:sldMk cId="1277611629" sldId="327"/>
            <ac:spMk id="6" creationId="{2C36AF9D-A911-994B-90EA-013D4CDA5604}"/>
          </ac:spMkLst>
        </pc:spChg>
      </pc:sldChg>
      <pc:sldChg chg="modSp mod setBg">
        <pc:chgData name="annaasgaraly@ibm.com" userId="" providerId="" clId="Web-{10340FDF-B15C-4CFF-B487-146F9B98A252}" dt="2021-08-10T21:41:36.353" v="12" actId="1076"/>
        <pc:sldMkLst>
          <pc:docMk/>
          <pc:sldMk cId="661040741" sldId="329"/>
        </pc:sldMkLst>
        <pc:picChg chg="mod">
          <ac:chgData name="annaasgaraly@ibm.com" userId="" providerId="" clId="Web-{10340FDF-B15C-4CFF-B487-146F9B98A252}" dt="2021-08-10T21:41:36.338" v="9" actId="1076"/>
          <ac:picMkLst>
            <pc:docMk/>
            <pc:sldMk cId="661040741" sldId="329"/>
            <ac:picMk id="8" creationId="{F88AB437-E43C-436D-B35E-51887C103800}"/>
          </ac:picMkLst>
        </pc:picChg>
        <pc:picChg chg="mod">
          <ac:chgData name="annaasgaraly@ibm.com" userId="" providerId="" clId="Web-{10340FDF-B15C-4CFF-B487-146F9B98A252}" dt="2021-08-10T21:41:36.338" v="10" actId="1076"/>
          <ac:picMkLst>
            <pc:docMk/>
            <pc:sldMk cId="661040741" sldId="329"/>
            <ac:picMk id="9" creationId="{89FBF71A-DDF5-4BAA-B9B5-91B4675FF80E}"/>
          </ac:picMkLst>
        </pc:picChg>
        <pc:picChg chg="mod">
          <ac:chgData name="annaasgaraly@ibm.com" userId="" providerId="" clId="Web-{10340FDF-B15C-4CFF-B487-146F9B98A252}" dt="2021-08-10T21:41:36.338" v="11" actId="1076"/>
          <ac:picMkLst>
            <pc:docMk/>
            <pc:sldMk cId="661040741" sldId="329"/>
            <ac:picMk id="10" creationId="{225AE237-9A47-4E0B-AE8A-DD0CED30B39D}"/>
          </ac:picMkLst>
        </pc:picChg>
        <pc:picChg chg="mod">
          <ac:chgData name="annaasgaraly@ibm.com" userId="" providerId="" clId="Web-{10340FDF-B15C-4CFF-B487-146F9B98A252}" dt="2021-08-10T21:41:36.353" v="12" actId="1076"/>
          <ac:picMkLst>
            <pc:docMk/>
            <pc:sldMk cId="661040741" sldId="329"/>
            <ac:picMk id="11" creationId="{E1021DDF-7C74-4FD8-AE38-AFFCC057C8C2}"/>
          </ac:picMkLst>
        </pc:picChg>
      </pc:sldChg>
      <pc:sldChg chg="delSp">
        <pc:chgData name="annaasgaraly@ibm.com" userId="" providerId="" clId="Web-{10340FDF-B15C-4CFF-B487-146F9B98A252}" dt="2021-08-10T21:41:45.322" v="13"/>
        <pc:sldMkLst>
          <pc:docMk/>
          <pc:sldMk cId="724038033" sldId="330"/>
        </pc:sldMkLst>
        <pc:picChg chg="del">
          <ac:chgData name="annaasgaraly@ibm.com" userId="" providerId="" clId="Web-{10340FDF-B15C-4CFF-B487-146F9B98A252}" dt="2021-08-10T21:41:45.322" v="13"/>
          <ac:picMkLst>
            <pc:docMk/>
            <pc:sldMk cId="724038033" sldId="330"/>
            <ac:picMk id="5" creationId="{CB1F49FF-991F-486B-915B-B77CF4EFA4FC}"/>
          </ac:picMkLst>
        </pc:picChg>
      </pc:sldChg>
      <pc:sldChg chg="delSp">
        <pc:chgData name="annaasgaraly@ibm.com" userId="" providerId="" clId="Web-{10340FDF-B15C-4CFF-B487-146F9B98A252}" dt="2021-08-10T21:41:47.681" v="14"/>
        <pc:sldMkLst>
          <pc:docMk/>
          <pc:sldMk cId="1980221439" sldId="331"/>
        </pc:sldMkLst>
        <pc:picChg chg="del">
          <ac:chgData name="annaasgaraly@ibm.com" userId="" providerId="" clId="Web-{10340FDF-B15C-4CFF-B487-146F9B98A252}" dt="2021-08-10T21:41:47.681" v="14"/>
          <ac:picMkLst>
            <pc:docMk/>
            <pc:sldMk cId="1980221439" sldId="331"/>
            <ac:picMk id="2" creationId="{8A66F7ED-A8F1-451C-8775-2EC870DFBB7B}"/>
          </ac:picMkLst>
        </pc:picChg>
      </pc:sldChg>
      <pc:sldChg chg="delSp">
        <pc:chgData name="annaasgaraly@ibm.com" userId="" providerId="" clId="Web-{10340FDF-B15C-4CFF-B487-146F9B98A252}" dt="2021-08-10T21:41:49.431" v="15"/>
        <pc:sldMkLst>
          <pc:docMk/>
          <pc:sldMk cId="2560061391" sldId="332"/>
        </pc:sldMkLst>
        <pc:picChg chg="del">
          <ac:chgData name="annaasgaraly@ibm.com" userId="" providerId="" clId="Web-{10340FDF-B15C-4CFF-B487-146F9B98A252}" dt="2021-08-10T21:41:49.431" v="15"/>
          <ac:picMkLst>
            <pc:docMk/>
            <pc:sldMk cId="2560061391" sldId="332"/>
            <ac:picMk id="3" creationId="{5183A175-625A-4E5B-9091-5DB0C049168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D167474-952B-AC43-BEC3-541C80E3FD9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6DC1C6-1287-2C4A-84C8-98EFD82F9A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936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1B1DFE-DEC1-F84C-B64B-0BC4AFB87332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322D0-710C-764D-ADE9-C566FF3B05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2A2AE0-FDA0-1248-8D07-A5244E897E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763713"/>
            <a:ext cx="2971800" cy="936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1E733-BECA-E944-9B7F-321864631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155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315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275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966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729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8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8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1032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588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62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351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313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49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E4E5C39-FE1E-4048-9E78-68F07A4195FB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0C97C-0095-2443-AC12-FA4CBA4ACD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29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78290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1030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14772" y="6025573"/>
            <a:ext cx="27432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rgbClr val="1C7DDB"/>
                </a:solidFill>
                <a:latin typeface="Abadi" panose="020B0604020104020204" pitchFamily="34" charset="0"/>
              </a:defRPr>
            </a:lvl1pPr>
          </a:lstStyle>
          <a:p>
            <a:fld id="{A190C97C-0095-2443-AC12-FA4CBA4ACD4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310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giovannibianchinidebarros/IBM-Applied-Data-Science-Capston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1-Data-Collection-with-API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2-Data-Collection-with-Webscraping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1-Introduction/03-Data-Wrangling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2-Exploratory-Data-Analysis-(EDA)/05-EDA-with-Visualization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2-Exploratory-Data-Analysis-(EDA)/04-EDA-with-SQL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3-Interactive-Visual-Analytics-and-Dashboards/06-Launch-Site-Location-Visual-Analytics-with-Folium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3-Interactive-Visual-Analytics-and-Dashboards/spacex-dash-app.py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ovannibianchinidebarros/IBM-Applied-Data-Science-Capstone/blob/main/Module-4-Predictive-Analysis/07-Machine-Learning-Prediction.ipyn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 txBox="1"/>
          <p:nvPr/>
        </p:nvSpPr>
        <p:spPr>
          <a:xfrm>
            <a:off x="888545" y="4568734"/>
            <a:ext cx="474671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Name</a:t>
            </a:r>
            <a:r>
              <a:rPr lang="pt-BR" dirty="0">
                <a:solidFill>
                  <a:schemeClr val="bg2"/>
                </a:solidFill>
                <a:latin typeface="Abadi"/>
                <a:ea typeface="SF Pro" pitchFamily="2" charset="0"/>
                <a:cs typeface="SF Pro" pitchFamily="2" charset="0"/>
              </a:rPr>
              <a:t>: Giovanni Barros</a:t>
            </a:r>
            <a:endParaRPr lang="en-US" dirty="0">
              <a:solidFill>
                <a:schemeClr val="bg2"/>
              </a:solidFill>
              <a:latin typeface="Abadi"/>
              <a:ea typeface="SF Pro" pitchFamily="2" charset="0"/>
              <a:cs typeface="SF Pro" pitchFamily="2" charset="0"/>
            </a:endParaRPr>
          </a:p>
          <a:p>
            <a:r>
              <a:rPr lang="en-US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</a:rPr>
              <a:t>Date: 04 September 2026</a:t>
            </a:r>
          </a:p>
        </p:txBody>
      </p:sp>
      <p:pic>
        <p:nvPicPr>
          <p:cNvPr id="2" name="Picture 2" descr="IBM Skills Network Logo - Horizontal-noai copy.png">
            <a:extLst>
              <a:ext uri="{FF2B5EF4-FFF2-40B4-BE49-F238E27FC236}">
                <a16:creationId xmlns:a16="http://schemas.microsoft.com/office/drawing/2014/main" id="{4F94DBE5-2DCC-401E-95AA-12E04A97F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" y="676828"/>
            <a:ext cx="2104103" cy="62918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0355E9-B896-124D-9271-34245656F131}"/>
              </a:ext>
            </a:extLst>
          </p:cNvPr>
          <p:cNvSpPr txBox="1"/>
          <p:nvPr/>
        </p:nvSpPr>
        <p:spPr>
          <a:xfrm>
            <a:off x="212985" y="6404884"/>
            <a:ext cx="6450085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dirty="0">
                <a:solidFill>
                  <a:schemeClr val="bg2"/>
                </a:solidFill>
                <a:latin typeface="Abadi" panose="020B0604020104020204" pitchFamily="34" charset="0"/>
                <a:ea typeface="SF Pro" pitchFamily="2" charset="0"/>
                <a:cs typeface="SF Pro" pitchFamily="2" charset="0"/>
                <a:hlinkClick r:id="rId4"/>
              </a:rPr>
              <a:t>https://github.com/giovannibianchinidebarros/IBM-Applied-Data-Science-Capstone</a:t>
            </a:r>
            <a:endParaRPr lang="en-US" sz="1400" dirty="0">
              <a:solidFill>
                <a:schemeClr val="bg2"/>
              </a:solidFill>
              <a:latin typeface="Abadi" panose="020B0604020104020204" pitchFamily="34" charset="0"/>
              <a:ea typeface="SF Pro" pitchFamily="2" charset="0"/>
              <a:cs typeface="SF Pr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611629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fld id="{5075537C-CA84-1446-933C-8E9D027F920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697" y="2113240"/>
            <a:ext cx="5167086" cy="3320824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Executive Summary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Introduction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Methodology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Conclusion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Appendix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EF1473-3ADD-43F1-A495-57AAB7FD902F}"/>
              </a:ext>
            </a:extLst>
          </p:cNvPr>
          <p:cNvSpPr txBox="1">
            <a:spLocks/>
          </p:cNvSpPr>
          <p:nvPr/>
        </p:nvSpPr>
        <p:spPr>
          <a:xfrm>
            <a:off x="958902" y="1494126"/>
            <a:ext cx="9524799" cy="4984646"/>
          </a:xfrm>
          <a:prstGeom prst="rect">
            <a:avLst/>
          </a:prstGeom>
        </p:spPr>
        <p:txBody>
          <a:bodyPr lIns="91440" tIns="45720" rIns="91440" bIns="4572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Methodologies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Collected data via API and web scraping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Cleaned data and engineered features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Performed exploratory data analysis (EDA) using visualization and SQL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Built interactive visual analytics using Folium</a:t>
            </a:r>
          </a:p>
          <a:p>
            <a:pPr marL="457200" lvl="1" indent="0">
              <a:lnSpc>
                <a:spcPct val="100000"/>
              </a:lnSpc>
              <a:spcBef>
                <a:spcPts val="1400"/>
              </a:spcBef>
              <a:buNone/>
            </a:pP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Results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Identified key factors influencing successful landings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Developed classification models to predict landing success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Executive Summary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075537C-CA84-1446-933C-8E9D027F9201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 txBox="1">
            <a:spLocks/>
          </p:cNvSpPr>
          <p:nvPr/>
        </p:nvSpPr>
        <p:spPr>
          <a:xfrm>
            <a:off x="828068" y="538650"/>
            <a:ext cx="10530114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Introduction</a:t>
            </a:r>
            <a:endParaRPr lang="en-US">
              <a:solidFill>
                <a:srgbClr val="0B49C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999A1B-8752-489F-A63B-EA2F60186B52}"/>
              </a:ext>
            </a:extLst>
          </p:cNvPr>
          <p:cNvSpPr txBox="1">
            <a:spLocks/>
          </p:cNvSpPr>
          <p:nvPr/>
        </p:nvSpPr>
        <p:spPr>
          <a:xfrm>
            <a:off x="958696" y="1676914"/>
            <a:ext cx="10134606" cy="44190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Project background and context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SpaceX advertises Falcon 9 rocket launches on its website at a cost of $62 million, while other providers charge upwards of $165 million each.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SpaceX’s Falcon 9 launches like regular rockets, but much of the savings comes from the fact that SpaceX can reuse the first stage.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Therefore, if we can determine whether the first stage will land, we can estimate the cost of a launch.</a:t>
            </a:r>
          </a:p>
          <a:p>
            <a:pPr marL="457200" lvl="1" indent="0">
              <a:spcBef>
                <a:spcPts val="1400"/>
              </a:spcBef>
              <a:buNone/>
            </a:pP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Problems you want to find answers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What factors influence the successful landing of a Falcon 9 first stage?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Can we develop a machine learning model to accurately predict the landing outcome?</a:t>
            </a:r>
          </a:p>
          <a:p>
            <a:pPr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5075537C-CA84-1446-933C-8E9D027F9201}" type="slidenum">
              <a:rPr lang="en-US" smtClean="0"/>
              <a:t>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 txBox="1"/>
          <p:nvPr/>
        </p:nvSpPr>
        <p:spPr>
          <a:xfrm>
            <a:off x="765313" y="2812774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BFEC426-B615-E549-83E5-140FD588BC64}"/>
              </a:ext>
            </a:extLst>
          </p:cNvPr>
          <p:cNvSpPr txBox="1">
            <a:spLocks/>
          </p:cNvSpPr>
          <p:nvPr/>
        </p:nvSpPr>
        <p:spPr>
          <a:xfrm>
            <a:off x="770011" y="1580808"/>
            <a:ext cx="10104817" cy="5211877"/>
          </a:xfrm>
          <a:prstGeom prst="rect">
            <a:avLst/>
          </a:prstGeom>
        </p:spPr>
        <p:txBody>
          <a:bodyPr lIns="91440" tIns="45720" rIns="91440" bIns="4572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1400"/>
              </a:spcBef>
              <a:buNone/>
            </a:pPr>
            <a:r>
              <a:rPr lang="en-US" sz="8800" dirty="0">
                <a:solidFill>
                  <a:srgbClr val="0B49CB"/>
                </a:solidFill>
                <a:latin typeface="Abadi"/>
              </a:rPr>
              <a:t>Executive Summary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Data collected from the SpaceX API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Performed web scraping to collect Falcon 9 historical launch records from Wikipedia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data wrangling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Converted raw data into a cleaner and more structured format that is ready for analysis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exploratory data analysis (EDA) using visualization and SQL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interactive visual analytics using Folium and </a:t>
            </a:r>
            <a:r>
              <a:rPr lang="en-US" sz="8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Plotly</a:t>
            </a: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 Dash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r>
              <a:rPr lang="en-US" sz="8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predictive analysis using classification models</a:t>
            </a:r>
          </a:p>
          <a:p>
            <a:pPr lvl="1">
              <a:lnSpc>
                <a:spcPct val="120000"/>
              </a:lnSpc>
              <a:spcBef>
                <a:spcPts val="1400"/>
              </a:spcBef>
            </a:pPr>
            <a:r>
              <a:rPr lang="en-US" sz="7600" dirty="0">
                <a:solidFill>
                  <a:schemeClr val="bg2">
                    <a:lumMod val="50000"/>
                  </a:schemeClr>
                </a:solidFill>
                <a:latin typeface="Abadi"/>
              </a:rPr>
              <a:t>Build, tune and evaluate classification models</a:t>
            </a:r>
          </a:p>
          <a:p>
            <a:pPr>
              <a:lnSpc>
                <a:spcPct val="120000"/>
              </a:lnSpc>
              <a:spcBef>
                <a:spcPts val="1400"/>
              </a:spcBef>
            </a:pPr>
            <a:endParaRPr lang="en-US" sz="88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endParaRPr lang="en-US" sz="2200" dirty="0">
              <a:solidFill>
                <a:schemeClr val="accent3">
                  <a:lumMod val="25000"/>
                </a:schemeClr>
              </a:solidFill>
              <a:latin typeface="Abadi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Methodology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From the SpaceX API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Web scraping historical launch records from Wikipedia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820738" y="1800225"/>
            <a:ext cx="4640263" cy="422592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4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  <a:endParaRPr lang="en-US" sz="22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We start requesting rocket launch data from SpaceX API, using the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requests.get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method.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Then we decode the response content as a Json using .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json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() and turn it into a Pandas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dataframe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using .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json_normalize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()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6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https://github.com/giovannibianchinidebarros/IBM-Applied-Data-Science-Capstone/blob/main/Module-1-Introduction/01-Data-Collection-with-API.ipynb</a:t>
            </a:r>
            <a:endParaRPr lang="en-US" sz="1600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SpaceX API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E7B3F4-3860-FD68-87A6-7691B57754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9763" y="1914751"/>
            <a:ext cx="5730017" cy="2203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16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0AB2AC-B7E6-6849-9AE9-697369407F8F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22411" y="1792288"/>
            <a:ext cx="4932584" cy="4527062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Data collection methodology: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Perform an HTTP GET method to request the Falcon9 Launch HTML page.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BeautifulSoup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object from the HTML response.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Extract all column/variable names from the HTML table header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Extract all column/variable names from the HTML table header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data frame by parsing the launch HTML tables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https://github.com/giovannibianchinidebarros/IBM-Applied-Data-Science-Capstone/blob/main/Module-1-Introduction/02-Data-Collection-with-Webscraping.ipynb</a:t>
            </a:r>
            <a:endParaRPr lang="en-US" sz="14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endParaRPr lang="en-US">
              <a:solidFill>
                <a:srgbClr val="1C7DDB"/>
              </a:solidFill>
              <a:latin typeface="Abadi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388F7E4-89BD-BDA3-F95E-391890FBA58B}"/>
              </a:ext>
            </a:extLst>
          </p:cNvPr>
          <p:cNvSpPr txBox="1">
            <a:spLocks/>
          </p:cNvSpPr>
          <p:nvPr/>
        </p:nvSpPr>
        <p:spPr>
          <a:xfrm>
            <a:off x="767320" y="533504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Collection - Scraping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3696A2-6B5C-0548-5281-025522B6C8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120" y="1710285"/>
            <a:ext cx="5500573" cy="3554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10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1" y="1825625"/>
            <a:ext cx="8975652" cy="4351338"/>
          </a:xfrm>
          <a:prstGeom prst="rect">
            <a:avLst/>
          </a:prstGeom>
        </p:spPr>
        <p:txBody>
          <a:bodyPr/>
          <a:lstStyle/>
          <a:p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How data were processed: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Cleanup missing values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of launches on each site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and occurrence of each orbit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 the number and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occurence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of mission outcome of the orbits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Create a landing outcome label from Outcome column</a:t>
            </a:r>
          </a:p>
          <a:p>
            <a:pPr lvl="1"/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/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https://github.com/giovannibianchinidebarros/IBM-Applied-Data-Science-Capstone/blob/main/Module-1-Introduction/03-Data-Wrangling.ipynb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Data Wrangling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Charts plotted and why: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Flight Number and Launch Site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Payload Mass and Launch Site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Bar chart to visualize the success rate for each orbit type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Scatter plot to visualize the relationship between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/>
              </a:rPr>
              <a:t>FlightNumber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 and Orbit type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Line chart to Visualize the launch success yearly trend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https://github.com/giovannibianchinidebarros/IBM-Applied-Data-Science-Capstone/blob/main/Module-2-Exploratory-Data-Analysis-(EDA)/05-EDA-with-Visualization.ipynb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12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06575"/>
            <a:ext cx="9745589" cy="4351338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/>
              </a:rPr>
              <a:t>SQL queries performed: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the names of the unique launch sites in the space mission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5 records where launch sites begin with the string 'CCA’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the total payload mass carried by boosters launched by NASA (CRS)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Display average payload mass carried by booster version F9 v1.1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date when the first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succesful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landing outcome in ground pad was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acheived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.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names of the boosters which have success in drone ship and have payload mass greater than 4000 but less than 6000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total number of successful and failure mission outcomes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all the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booster_versions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that have carried the maximum payload mass, using a subquery with a suitable aggregate function.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List the records which will display the month names, failure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landing_outcomes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in drone ship ,booster versions, </a:t>
            </a:r>
            <a:r>
              <a:rPr lang="en-US" sz="14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launch_site</a:t>
            </a: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for the months in year 2015.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300"/>
              </a:spcBef>
            </a:pPr>
            <a:r>
              <a:rPr lang="en-US" sz="14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https://github.com/giovannibianchinidebarros/IBM-Applied-Data-Science-Capstone/blob/main/Module-2-Exploratory-Data-Analysis-(EDA)/04-EDA-with-SQL.ipynb</a:t>
            </a:r>
            <a:endParaRPr lang="en-US" sz="1400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EDA with SQL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13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75054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Map created and added to the folium map: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folium.Circle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mark all launch sites on a map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marker_cluster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and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folium.Marker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mark the success/failed launches for each site on the map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folium.PolyLine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draw a line from the launch site to the closest coastline, railway, highway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https://github.com/giovannibianchinidebarros/IBM-Applied-Data-Science-Capstone/blob/main/Module-3-Interactive-Visual-Analytics-and-Dashboards/06-Launch-Site-Location-Visual-Analytics-with-Folium.ipynb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an Interactive Map with Folium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Plots/graphs and interactions you have added to a dashboard: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Pie Charts to show the total launches by site.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Scatter plots to show the relationship between payload mass and launch success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https://github.com/giovannibianchinidebarros/IBM-Applied-Data-Science-Capstone/blob/main/Module-3-Interactive-Visual-Analytics-and-Dashboards/spacex-dash-app.py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Build a Dashboard with </a:t>
            </a:r>
            <a:r>
              <a:rPr lang="en-US" dirty="0" err="1">
                <a:solidFill>
                  <a:srgbClr val="0B49CB"/>
                </a:solidFill>
                <a:latin typeface="Abadi"/>
              </a:rPr>
              <a:t>Plotly</a:t>
            </a:r>
            <a:r>
              <a:rPr lang="en-US" dirty="0">
                <a:solidFill>
                  <a:srgbClr val="0B49CB"/>
                </a:solidFill>
                <a:latin typeface="Abadi"/>
              </a:rPr>
              <a:t> Dash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07C49E-AFFC-EC46-8930-E4D428F5F94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70010" y="1825625"/>
            <a:ext cx="9745589" cy="4351338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Explored different classification models:</a:t>
            </a:r>
          </a:p>
          <a:p>
            <a:pPr lvl="1">
              <a:spcBef>
                <a:spcPts val="1400"/>
              </a:spcBef>
            </a:pPr>
            <a:r>
              <a:rPr lang="pt-BR" sz="2000" dirty="0" err="1"/>
              <a:t>Logistic</a:t>
            </a:r>
            <a:r>
              <a:rPr lang="pt-BR" sz="2000" dirty="0"/>
              <a:t> </a:t>
            </a:r>
            <a:r>
              <a:rPr lang="pt-BR" sz="2000" dirty="0" err="1"/>
              <a:t>Regression</a:t>
            </a:r>
            <a:endParaRPr lang="pt-BR" sz="2000" dirty="0"/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Decision Tree</a:t>
            </a: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K Nearest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Meighbors</a:t>
            </a:r>
            <a:endParaRPr lang="en-US" sz="18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 lvl="1"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Support Vector Classifier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Model Tuning: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Used </a:t>
            </a:r>
            <a:r>
              <a:rPr lang="en-US" sz="18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GridSearchCV</a:t>
            </a: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to find the best hyperparameters for the machine learning models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Model Evaluation: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Cross-Validation Techniques</a:t>
            </a: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Calculated the accuracy of the models and identified which one performs the best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6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GitHub URL</a:t>
            </a:r>
            <a:r>
              <a:rPr lang="pt-BR" sz="26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:</a:t>
            </a:r>
            <a:endParaRPr lang="en-US" sz="2600" dirty="0">
              <a:solidFill>
                <a:schemeClr val="accent3">
                  <a:lumMod val="25000"/>
                </a:schemeClr>
              </a:solidFill>
              <a:latin typeface="Abadi" panose="020B0604020104020204" pitchFamily="34" charset="0"/>
            </a:endParaRPr>
          </a:p>
          <a:p>
            <a:pPr lvl="1">
              <a:lnSpc>
                <a:spcPct val="100000"/>
              </a:lnSpc>
              <a:spcBef>
                <a:spcPts val="1400"/>
              </a:spcBef>
            </a:pPr>
            <a:r>
              <a:rPr lang="en-US" sz="18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  <a:hlinkClick r:id="rId3"/>
              </a:rPr>
              <a:t>https://github.com/giovannibianchinidebarros/IBM-Applied-Data-Science-Capstone/blob/main/Module-4-Predictive-Analysis/07-Machine-Learning-Prediction.ipynb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Predictive Analysis (Classification)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7B9C153-C85C-3240-8E7E-523FBC004564}"/>
              </a:ext>
            </a:extLst>
          </p:cNvPr>
          <p:cNvSpPr txBox="1">
            <a:spLocks/>
          </p:cNvSpPr>
          <p:nvPr/>
        </p:nvSpPr>
        <p:spPr>
          <a:xfrm>
            <a:off x="841125" y="1807337"/>
            <a:ext cx="7068725" cy="1621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Exploratory data analysis results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Interactive analytics demo in screenshots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Predictive analysis results</a:t>
            </a:r>
          </a:p>
          <a:p>
            <a:pPr lvl="1"/>
            <a:endParaRPr lang="en-US" sz="1800"/>
          </a:p>
          <a:p>
            <a:pPr marL="457200" lvl="1" indent="0">
              <a:buNone/>
            </a:pPr>
            <a:endParaRPr lang="en-US" sz="1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Results</a:t>
            </a:r>
            <a:endParaRPr lang="en-US" dirty="0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 txBox="1"/>
          <p:nvPr/>
        </p:nvSpPr>
        <p:spPr>
          <a:xfrm>
            <a:off x="797970" y="2529746"/>
            <a:ext cx="1058303" cy="369332"/>
          </a:xfrm>
          <a:prstGeom prst="rect">
            <a:avLst/>
          </a:prstGeom>
          <a:solidFill>
            <a:srgbClr val="0948CB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999651" y="4542945"/>
            <a:ext cx="8385355" cy="712783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All sites feature a combination of successful and failed landings.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Flight Number vs. Launch Site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18F444-0CBF-2238-CBD3-211B9D40D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651" y="1682561"/>
            <a:ext cx="9247357" cy="181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605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0011" y="4366389"/>
            <a:ext cx="9316361" cy="964066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For the VAFB-SLC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launchsite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there are no rockets launched for </a:t>
            </a:r>
            <a:r>
              <a:rPr lang="en-US" sz="2200" dirty="0" err="1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heavypayload</a:t>
            </a: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 mass(greater than 10000)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Payload vs. Launch Site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172B72-A463-D503-582D-30A422D44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372" y="1639018"/>
            <a:ext cx="9144000" cy="1791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7892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Success Rate vs. Orbit Type</a:t>
            </a:r>
            <a:endParaRPr lang="en-US" dirty="0">
              <a:solidFill>
                <a:srgbClr val="0B49CB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C5DF609-E8E4-7B4C-1181-EDCB0649A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946" y="1719103"/>
            <a:ext cx="5340107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21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827F3-F386-AA4E-80ED-D86DEF8C158D}"/>
              </a:ext>
            </a:extLst>
          </p:cNvPr>
          <p:cNvSpPr>
            <a:spLocks noGrp="1"/>
          </p:cNvSpPr>
          <p:nvPr>
            <p:ph type="body" sz="half" idx="4294967295"/>
          </p:nvPr>
        </p:nvSpPr>
        <p:spPr>
          <a:xfrm>
            <a:off x="772061" y="5327961"/>
            <a:ext cx="9768348" cy="549049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We can observe that the success rate since 2013 kept increasing till 2020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Launch Success Yearly Trend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3A5034-5158-7D85-9A97-6127BDD57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199" y="1606775"/>
            <a:ext cx="4952441" cy="320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594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22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All Launch Site Names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DC90585-6C1C-6D84-5951-93BDDF40F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074447"/>
              </p:ext>
            </p:extLst>
          </p:nvPr>
        </p:nvGraphicFramePr>
        <p:xfrm>
          <a:off x="838200" y="2514600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0">
                  <a:extLst>
                    <a:ext uri="{9D8B030D-6E8A-4147-A177-3AD203B41FA5}">
                      <a16:colId xmlns:a16="http://schemas.microsoft.com/office/drawing/2014/main" val="40557962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CCAFS LC-40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66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VAFB SLC-4E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82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KSC LC-39A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4470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CCAFS SLC-40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9459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78509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5537C-CA84-1446-933C-8E9D027F9201}" type="slidenum">
              <a:rPr lang="en-US" smtClean="0"/>
              <a:t>23</a:t>
            </a:fld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28684E62-A9F8-4E7A-AB01-78893062A1B4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770011" y="1875054"/>
            <a:ext cx="9245859" cy="4351338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Success rate since 2013 kept increasing till 2020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SSO, LEO, GEO and ES-L1 Orbits had the best success rates.  </a:t>
            </a: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en-US" sz="2200" dirty="0">
                <a:solidFill>
                  <a:schemeClr val="accent3">
                    <a:lumMod val="25000"/>
                  </a:schemeClr>
                </a:solidFill>
                <a:latin typeface="Abadi" panose="020B0604020104020204" pitchFamily="34" charset="0"/>
              </a:rPr>
              <a:t>Decision Tree classification had the best model score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 txBox="1">
            <a:spLocks/>
          </p:cNvSpPr>
          <p:nvPr/>
        </p:nvSpPr>
        <p:spPr>
          <a:xfrm>
            <a:off x="770011" y="538650"/>
            <a:ext cx="10515600" cy="5490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 panose="020B0709050203000203" pitchFamily="49" charset="0"/>
                <a:ea typeface="IBM Plex Mono SemiBold" panose="020B0709050203000203" pitchFamily="49" charset="0"/>
                <a:cs typeface="IBM Plex Mono SemiBold" panose="020B0709050203000203" pitchFamily="49" charset="0"/>
              </a:defRPr>
            </a:lvl1pPr>
          </a:lstStyle>
          <a:p>
            <a:r>
              <a:rPr lang="en-US" dirty="0">
                <a:solidFill>
                  <a:srgbClr val="0B49CB"/>
                </a:solidFill>
                <a:latin typeface="Abadi"/>
              </a:rPr>
              <a:t>Conclusions</a:t>
            </a:r>
            <a:endParaRPr lang="en-US">
              <a:solidFill>
                <a:srgbClr val="0B49C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040741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2" ma:contentTypeDescription="Create a new document." ma:contentTypeScope="" ma:versionID="5271f8e20090c87afed7729ac71f61b2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cf12c133eb44377ebd94fdb7db4757b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f80a141d-92ca-4d3d-9308-f7e7b1d44ce8"/>
    <ds:schemaRef ds:uri="http://purl.org/dc/dcmitype/"/>
    <ds:schemaRef ds:uri="http://www.w3.org/XML/1998/namespace"/>
    <ds:schemaRef ds:uri="155be751-a274-42e8-93fb-f39d3b9bccc8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840426-F08D-42AC-9846-A20E4AB85A26}">
  <ds:schemaRefs>
    <ds:schemaRef ds:uri="155be751-a274-42e8-93fb-f39d3b9bccc8"/>
    <ds:schemaRef ds:uri="f80a141d-92ca-4d3d-9308-f7e7b1d44ce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644</TotalTime>
  <Words>1141</Words>
  <Application>Microsoft Office PowerPoint</Application>
  <PresentationFormat>Widescreen</PresentationFormat>
  <Paragraphs>165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Abadi</vt:lpstr>
      <vt:lpstr>Arial</vt:lpstr>
      <vt:lpstr>Calibri</vt:lpstr>
      <vt:lpstr>IBM Plex Mono SemiBold</vt:lpstr>
      <vt:lpstr>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&lt;Title&gt;</dc:title>
  <dc:creator>YAN Luo</dc:creator>
  <cp:lastModifiedBy>Giovanni Barros</cp:lastModifiedBy>
  <cp:revision>217</cp:revision>
  <dcterms:created xsi:type="dcterms:W3CDTF">2021-04-29T18:58:34Z</dcterms:created>
  <dcterms:modified xsi:type="dcterms:W3CDTF">2026-09-05T14:20:43Z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</Properties>
</file>