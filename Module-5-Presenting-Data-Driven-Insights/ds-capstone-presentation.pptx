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1"/>
    <p:restoredTop sz="85174"/>
  </p:normalViewPr>
  <p:slideViewPr>
    <p:cSldViewPr snapToGrid="0" snapToObjects="1">
      <p:cViewPr varScale="1">
        <p:scale>
          <a:sx n="135" d="100"/>
          <a:sy n="135" d="100"/>
        </p:scale>
        <p:origin x="1650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95335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Name</a:t>
            </a:r>
            <a:r>
              <a:rPr lang="pt-BR" dirty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: Giovanni Barros</a:t>
            </a:r>
            <a:endParaRPr lang="en-US" dirty="0">
              <a:solidFill>
                <a:schemeClr val="bg2"/>
              </a:solidFill>
              <a:latin typeface="Abadi"/>
              <a:ea typeface="SF Pro" pitchFamily="2" charset="0"/>
              <a:cs typeface="SF Pro" pitchFamily="2" charset="0"/>
            </a:endParaRPr>
          </a:p>
          <a:p>
            <a:r>
              <a:rPr lang="en-US" dirty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Date: 04 September 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Methodologies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Results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2521403"/>
            <a:ext cx="5660840" cy="189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Project background and context</a:t>
            </a:r>
          </a:p>
          <a:p>
            <a:pPr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Problems you want to find answers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collected 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Describe how data was processed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interactive visual analytics using Folium and 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 Dash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How to build, tune, evaluate classification models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endParaRPr lang="en-US" sz="88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sets were collected. 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collection process use key phrases and flowcharts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SpaceX API calls </a:t>
            </a:r>
            <a:r>
              <a:rPr lang="en-US" sz="2200" dirty="0">
                <a:solidFill>
                  <a:srgbClr val="1C7DDB"/>
                </a:solidFill>
                <a:latin typeface="Abadi"/>
              </a:rPr>
              <a:t>here</a:t>
            </a:r>
            <a:endParaRPr lang="en-US"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data collection with SpaceX REST calls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SpaceX API calls notebook </a:t>
            </a:r>
            <a:r>
              <a:rPr lang="en-US" sz="2200">
                <a:solidFill>
                  <a:srgbClr val="1C7DDB"/>
                </a:solidFill>
                <a:latin typeface="Abadi" panose="020B0604020104020204" pitchFamily="34" charset="0"/>
              </a:rPr>
              <a:t>(must include completed code cell and outcome cell),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web scraping notebook, as an external reference and peer-review purpose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r>
              <a:rPr lang="en-US" sz="2200">
                <a:solidFill>
                  <a:srgbClr val="1C7DDB"/>
                </a:solidFill>
                <a:latin typeface="Abadi"/>
              </a:rPr>
              <a:t>Place your flowchart of web scraping here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8975652" cy="4351338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were processed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wrangling process using key phrases and flowcharts</a:t>
            </a:r>
          </a:p>
          <a:p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data wrangling related notebooks,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charts were plotted and why you used those 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data visualization notebook,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Using bullet point format, summarize the SQL queries you performed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EDA with SQL notebook, as an external reference and peer-review purpose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map objects such as markers, circles, lines, etc. you created and added to a folium map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objects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interactive map with Folium map, 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plots/graphs and interactions you have added to a dashboard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why you added those plots and interactions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</a:t>
            </a:r>
            <a:r>
              <a:rPr lang="en-US" sz="220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Plotly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Dash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how you built, evaluated, improved, and found the best performing classification model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present your model development process using key phrases and flowchart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predictive analysis lab, as an external reference and peer-review purpose</a:t>
            </a:r>
          </a:p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3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Site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bar chart for the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screenshot of the scatter plot with explanations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in drone ship, their booster versions, and launch site names for in year 2015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query result with a short explanation here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map and make a proper screenshot to show the color-labeled launch outcomes on the map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built classification models, in a bar chart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which model has the highest classification accuracy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947796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confusion matrix of the best performing model with an explanation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2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3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4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1344</Words>
  <Application>Microsoft Office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Abadi</vt:lpstr>
      <vt:lpstr>Arial</vt:lpstr>
      <vt:lpstr>Calibri</vt:lpstr>
      <vt:lpstr>IBM Plex Mono SemiBold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Giovanni Barros</cp:lastModifiedBy>
  <cp:revision>199</cp:revision>
  <dcterms:created xsi:type="dcterms:W3CDTF">2021-04-29T18:58:34Z</dcterms:created>
  <dcterms:modified xsi:type="dcterms:W3CDTF">2026-09-04T12:05:04Z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